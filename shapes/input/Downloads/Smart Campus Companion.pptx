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0" r:id="rId3"/>
    <p:sldMasterId id="2147483682"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7" r:id="rId24"/>
    <p:sldId id="278" r:id="rId25"/>
    <p:sldId id="27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547"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86" name="PlaceHolder 1"/>
          <p:cNvSpPr>
            <a:spLocks noGrp="1"/>
          </p:cNvSpPr>
          <p:nvPr>
            <p:ph type="title"/>
          </p:nvPr>
        </p:nvSpPr>
        <p:spPr>
          <a:xfrm>
            <a:off x="1157400" y="494640"/>
            <a:ext cx="51264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87"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713160" y="1766520"/>
            <a:ext cx="6575760" cy="103572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2"/>
                </a:solidFill>
                <a:effectLst/>
                <a:uFillTx/>
                <a:latin typeface="Poppins"/>
                <a:ea typeface="Poppins"/>
              </a:rPr>
              <a:t>xx%</a:t>
            </a:r>
            <a:endParaRPr lang="fr-FR" sz="6000" b="0" u="none" strike="noStrike">
              <a:solidFill>
                <a:schemeClr val="dk1"/>
              </a:solidFill>
              <a:effectLst/>
              <a:uFillTx/>
              <a:latin typeface="Arial"/>
            </a:endParaRPr>
          </a:p>
        </p:txBody>
      </p:sp>
      <p:grpSp>
        <p:nvGrpSpPr>
          <p:cNvPr id="89" name="Google Shape;430;p11"/>
          <p:cNvGrpSpPr/>
          <p:nvPr/>
        </p:nvGrpSpPr>
        <p:grpSpPr>
          <a:xfrm>
            <a:off x="-889920" y="4083480"/>
            <a:ext cx="4476600" cy="2336040"/>
            <a:chOff x="-889920" y="4083480"/>
            <a:chExt cx="4476600" cy="2336040"/>
          </a:xfrm>
        </p:grpSpPr>
        <p:grpSp>
          <p:nvGrpSpPr>
            <p:cNvPr id="90" name="Google Shape;431;p11"/>
            <p:cNvGrpSpPr/>
            <p:nvPr/>
          </p:nvGrpSpPr>
          <p:grpSpPr>
            <a:xfrm>
              <a:off x="-889920" y="4083480"/>
              <a:ext cx="4476600" cy="2336040"/>
              <a:chOff x="-889920" y="4083480"/>
              <a:chExt cx="4476600" cy="2336040"/>
            </a:xfrm>
          </p:grpSpPr>
          <p:sp>
            <p:nvSpPr>
              <p:cNvPr id="91" name="Google Shape;432;p11"/>
              <p:cNvSpPr/>
              <p:nvPr/>
            </p:nvSpPr>
            <p:spPr>
              <a:xfrm rot="18000000">
                <a:off x="-664920" y="4472640"/>
                <a:ext cx="1798200" cy="1557360"/>
              </a:xfrm>
              <a:custGeom>
                <a:avLst/>
                <a:gdLst>
                  <a:gd name="textAreaLeft" fmla="*/ 0 w 1798200"/>
                  <a:gd name="textAreaRight" fmla="*/ 1798560 w 1798200"/>
                  <a:gd name="textAreaTop" fmla="*/ 0 h 1557360"/>
                  <a:gd name="textAreaBottom" fmla="*/ 1557720 h 15573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EB9109"/>
                  </a:gs>
                  <a:gs pos="78000">
                    <a:srgbClr val="F5F8FF"/>
                  </a:gs>
                  <a:gs pos="100000">
                    <a:srgbClr val="F5F8FF"/>
                  </a:gs>
                </a:gsLst>
                <a:lin ang="180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433;p11"/>
              <p:cNvSpPr/>
              <p:nvPr/>
            </p:nvSpPr>
            <p:spPr>
              <a:xfrm rot="16200000">
                <a:off x="902160" y="3257280"/>
                <a:ext cx="1793160" cy="3575880"/>
              </a:xfrm>
              <a:custGeom>
                <a:avLst/>
                <a:gdLst>
                  <a:gd name="textAreaLeft" fmla="*/ 0 w 1793160"/>
                  <a:gd name="textAreaRight" fmla="*/ 1793520 w 1793160"/>
                  <a:gd name="textAreaTop" fmla="*/ 0 h 3575880"/>
                  <a:gd name="textAreaBottom" fmla="*/ 3576240 h 357588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1000"/>
                    </a:srgbClr>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3" name="Google Shape;434;p11"/>
              <p:cNvGrpSpPr/>
              <p:nvPr/>
            </p:nvGrpSpPr>
            <p:grpSpPr>
              <a:xfrm>
                <a:off x="74160" y="4717080"/>
                <a:ext cx="496440" cy="496800"/>
                <a:chOff x="74160" y="4717080"/>
                <a:chExt cx="496440" cy="496800"/>
              </a:xfrm>
            </p:grpSpPr>
            <p:sp>
              <p:nvSpPr>
                <p:cNvPr id="94" name="Google Shape;435;p11"/>
                <p:cNvSpPr/>
                <p:nvPr/>
              </p:nvSpPr>
              <p:spPr>
                <a:xfrm>
                  <a:off x="74160" y="471708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436;p11"/>
                <p:cNvSpPr/>
                <p:nvPr/>
              </p:nvSpPr>
              <p:spPr>
                <a:xfrm>
                  <a:off x="127800" y="477072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437;p11"/>
                <p:cNvSpPr/>
                <p:nvPr/>
              </p:nvSpPr>
              <p:spPr>
                <a:xfrm>
                  <a:off x="181440" y="482436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438;p11"/>
                <p:cNvSpPr/>
                <p:nvPr/>
              </p:nvSpPr>
              <p:spPr>
                <a:xfrm>
                  <a:off x="234720" y="4878000"/>
                  <a:ext cx="174960" cy="174600"/>
                </a:xfrm>
                <a:custGeom>
                  <a:avLst/>
                  <a:gdLst>
                    <a:gd name="textAreaLeft" fmla="*/ 0 w 174960"/>
                    <a:gd name="textAreaRight" fmla="*/ 175320 w 174960"/>
                    <a:gd name="textAreaTop" fmla="*/ 0 h 174600"/>
                    <a:gd name="textAreaBottom" fmla="*/ 174960 h 1746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439;p11"/>
                <p:cNvSpPr/>
                <p:nvPr/>
              </p:nvSpPr>
              <p:spPr>
                <a:xfrm>
                  <a:off x="288720" y="493164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440;p11"/>
                <p:cNvSpPr/>
                <p:nvPr/>
              </p:nvSpPr>
              <p:spPr>
                <a:xfrm>
                  <a:off x="342720" y="4985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441;p11"/>
                <p:cNvSpPr/>
                <p:nvPr/>
              </p:nvSpPr>
              <p:spPr>
                <a:xfrm>
                  <a:off x="395640" y="503892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1" name="Google Shape;442;p11"/>
              <p:cNvGrpSpPr/>
              <p:nvPr/>
            </p:nvGrpSpPr>
            <p:grpSpPr>
              <a:xfrm>
                <a:off x="475560" y="4717080"/>
                <a:ext cx="496440" cy="496800"/>
                <a:chOff x="475560" y="4717080"/>
                <a:chExt cx="496440" cy="496800"/>
              </a:xfrm>
            </p:grpSpPr>
            <p:sp>
              <p:nvSpPr>
                <p:cNvPr id="102" name="Google Shape;443;p11"/>
                <p:cNvSpPr/>
                <p:nvPr/>
              </p:nvSpPr>
              <p:spPr>
                <a:xfrm>
                  <a:off x="475560" y="471708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444;p11"/>
                <p:cNvSpPr/>
                <p:nvPr/>
              </p:nvSpPr>
              <p:spPr>
                <a:xfrm>
                  <a:off x="529200" y="477072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 name="Google Shape;445;p11"/>
                <p:cNvSpPr/>
                <p:nvPr/>
              </p:nvSpPr>
              <p:spPr>
                <a:xfrm>
                  <a:off x="582840" y="482436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446;p11"/>
                <p:cNvSpPr/>
                <p:nvPr/>
              </p:nvSpPr>
              <p:spPr>
                <a:xfrm>
                  <a:off x="636120" y="4878000"/>
                  <a:ext cx="174960" cy="174600"/>
                </a:xfrm>
                <a:custGeom>
                  <a:avLst/>
                  <a:gdLst>
                    <a:gd name="textAreaLeft" fmla="*/ 0 w 174960"/>
                    <a:gd name="textAreaRight" fmla="*/ 175320 w 174960"/>
                    <a:gd name="textAreaTop" fmla="*/ 0 h 174600"/>
                    <a:gd name="textAreaBottom" fmla="*/ 174960 h 1746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447;p11"/>
                <p:cNvSpPr/>
                <p:nvPr/>
              </p:nvSpPr>
              <p:spPr>
                <a:xfrm>
                  <a:off x="690120" y="493164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448;p11"/>
                <p:cNvSpPr/>
                <p:nvPr/>
              </p:nvSpPr>
              <p:spPr>
                <a:xfrm>
                  <a:off x="744120" y="4985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449;p11"/>
                <p:cNvSpPr/>
                <p:nvPr/>
              </p:nvSpPr>
              <p:spPr>
                <a:xfrm>
                  <a:off x="797040" y="5038920"/>
                  <a:ext cx="174960" cy="174960"/>
                </a:xfrm>
                <a:custGeom>
                  <a:avLst/>
                  <a:gdLst>
                    <a:gd name="textAreaLeft" fmla="*/ 0 w 174960"/>
                    <a:gd name="textAreaRight" fmla="*/ 175320 w 174960"/>
                    <a:gd name="textAreaTop" fmla="*/ 0 h 174960"/>
                    <a:gd name="textAreaBottom" fmla="*/ 175320 h 1749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9" name="Google Shape;450;p11"/>
            <p:cNvGrpSpPr/>
            <p:nvPr/>
          </p:nvGrpSpPr>
          <p:grpSpPr>
            <a:xfrm>
              <a:off x="1017720" y="5010480"/>
              <a:ext cx="438840" cy="438840"/>
              <a:chOff x="1017720" y="5010480"/>
              <a:chExt cx="438840" cy="438840"/>
            </a:xfrm>
          </p:grpSpPr>
          <p:sp>
            <p:nvSpPr>
              <p:cNvPr id="110" name="Google Shape;451;p11"/>
              <p:cNvSpPr/>
              <p:nvPr/>
            </p:nvSpPr>
            <p:spPr>
              <a:xfrm rot="5400000">
                <a:off x="1017720" y="50104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452;p11"/>
              <p:cNvSpPr/>
              <p:nvPr/>
            </p:nvSpPr>
            <p:spPr>
              <a:xfrm rot="5400000">
                <a:off x="1105560" y="511020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2" name="Google Shape;453;p11"/>
          <p:cNvGrpSpPr/>
          <p:nvPr/>
        </p:nvGrpSpPr>
        <p:grpSpPr>
          <a:xfrm>
            <a:off x="-2613240" y="-2768760"/>
            <a:ext cx="8164080" cy="6229800"/>
            <a:chOff x="-2613240" y="-2768760"/>
            <a:chExt cx="8164080" cy="6229800"/>
          </a:xfrm>
        </p:grpSpPr>
        <p:grpSp>
          <p:nvGrpSpPr>
            <p:cNvPr id="113" name="Google Shape;454;p11"/>
            <p:cNvGrpSpPr/>
            <p:nvPr/>
          </p:nvGrpSpPr>
          <p:grpSpPr>
            <a:xfrm>
              <a:off x="-191160" y="19800"/>
              <a:ext cx="1538280" cy="970920"/>
              <a:chOff x="-191160" y="19800"/>
              <a:chExt cx="1538280" cy="970920"/>
            </a:xfrm>
          </p:grpSpPr>
          <p:grpSp>
            <p:nvGrpSpPr>
              <p:cNvPr id="114" name="Google Shape;455;p11"/>
              <p:cNvGrpSpPr/>
              <p:nvPr/>
            </p:nvGrpSpPr>
            <p:grpSpPr>
              <a:xfrm>
                <a:off x="-191160" y="125280"/>
                <a:ext cx="903960" cy="865440"/>
                <a:chOff x="-191160" y="125280"/>
                <a:chExt cx="903960" cy="865440"/>
              </a:xfrm>
            </p:grpSpPr>
            <p:grpSp>
              <p:nvGrpSpPr>
                <p:cNvPr id="115" name="Google Shape;456;p11"/>
                <p:cNvGrpSpPr/>
                <p:nvPr/>
              </p:nvGrpSpPr>
              <p:grpSpPr>
                <a:xfrm>
                  <a:off x="-132840" y="199800"/>
                  <a:ext cx="717120" cy="716760"/>
                  <a:chOff x="-132840" y="199800"/>
                  <a:chExt cx="717120" cy="716760"/>
                </a:xfrm>
              </p:grpSpPr>
              <p:sp>
                <p:nvSpPr>
                  <p:cNvPr id="116" name="Google Shape;457;p11"/>
                  <p:cNvSpPr/>
                  <p:nvPr/>
                </p:nvSpPr>
                <p:spPr>
                  <a:xfrm>
                    <a:off x="-132840" y="503280"/>
                    <a:ext cx="413280" cy="413280"/>
                  </a:xfrm>
                  <a:custGeom>
                    <a:avLst/>
                    <a:gdLst>
                      <a:gd name="textAreaLeft" fmla="*/ 0 w 413280"/>
                      <a:gd name="textAreaRight" fmla="*/ 413640 w 413280"/>
                      <a:gd name="textAreaTop" fmla="*/ 0 h 413280"/>
                      <a:gd name="textAreaBottom" fmla="*/ 413640 h 4132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458;p11"/>
                  <p:cNvSpPr/>
                  <p:nvPr/>
                </p:nvSpPr>
                <p:spPr>
                  <a:xfrm>
                    <a:off x="-56880" y="427320"/>
                    <a:ext cx="413280" cy="413280"/>
                  </a:xfrm>
                  <a:custGeom>
                    <a:avLst/>
                    <a:gdLst>
                      <a:gd name="textAreaLeft" fmla="*/ 0 w 413280"/>
                      <a:gd name="textAreaRight" fmla="*/ 413640 w 413280"/>
                      <a:gd name="textAreaTop" fmla="*/ 0 h 413280"/>
                      <a:gd name="textAreaBottom" fmla="*/ 413640 h 4132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459;p11"/>
                  <p:cNvSpPr/>
                  <p:nvPr/>
                </p:nvSpPr>
                <p:spPr>
                  <a:xfrm>
                    <a:off x="19080" y="351360"/>
                    <a:ext cx="413280" cy="413280"/>
                  </a:xfrm>
                  <a:custGeom>
                    <a:avLst/>
                    <a:gdLst>
                      <a:gd name="textAreaLeft" fmla="*/ 0 w 413280"/>
                      <a:gd name="textAreaRight" fmla="*/ 413640 w 413280"/>
                      <a:gd name="textAreaTop" fmla="*/ 0 h 413280"/>
                      <a:gd name="textAreaBottom" fmla="*/ 413640 h 4132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460;p11"/>
                  <p:cNvSpPr/>
                  <p:nvPr/>
                </p:nvSpPr>
                <p:spPr>
                  <a:xfrm>
                    <a:off x="94680" y="275400"/>
                    <a:ext cx="413280" cy="413280"/>
                  </a:xfrm>
                  <a:custGeom>
                    <a:avLst/>
                    <a:gdLst>
                      <a:gd name="textAreaLeft" fmla="*/ 0 w 413280"/>
                      <a:gd name="textAreaRight" fmla="*/ 413640 w 413280"/>
                      <a:gd name="textAreaTop" fmla="*/ 0 h 413280"/>
                      <a:gd name="textAreaBottom" fmla="*/ 413640 h 4132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461;p11"/>
                  <p:cNvSpPr/>
                  <p:nvPr/>
                </p:nvSpPr>
                <p:spPr>
                  <a:xfrm>
                    <a:off x="171000" y="199800"/>
                    <a:ext cx="413280" cy="413280"/>
                  </a:xfrm>
                  <a:custGeom>
                    <a:avLst/>
                    <a:gdLst>
                      <a:gd name="textAreaLeft" fmla="*/ 0 w 413280"/>
                      <a:gd name="textAreaRight" fmla="*/ 413640 w 413280"/>
                      <a:gd name="textAreaTop" fmla="*/ 0 h 413280"/>
                      <a:gd name="textAreaBottom" fmla="*/ 413640 h 4132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1" name="Google Shape;462;p11"/>
                <p:cNvSpPr/>
                <p:nvPr/>
              </p:nvSpPr>
              <p:spPr>
                <a:xfrm>
                  <a:off x="-191160" y="125280"/>
                  <a:ext cx="903960" cy="865440"/>
                </a:xfrm>
                <a:custGeom>
                  <a:avLst/>
                  <a:gdLst>
                    <a:gd name="textAreaLeft" fmla="*/ 0 w 903960"/>
                    <a:gd name="textAreaRight" fmla="*/ 904320 w 903960"/>
                    <a:gd name="textAreaTop" fmla="*/ 0 h 865440"/>
                    <a:gd name="textAreaBottom" fmla="*/ 865800 h 86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2" name="Google Shape;463;p11"/>
              <p:cNvGrpSpPr/>
              <p:nvPr/>
            </p:nvGrpSpPr>
            <p:grpSpPr>
              <a:xfrm>
                <a:off x="584640" y="19800"/>
                <a:ext cx="473040" cy="452880"/>
                <a:chOff x="584640" y="19800"/>
                <a:chExt cx="473040" cy="452880"/>
              </a:xfrm>
            </p:grpSpPr>
            <p:grpSp>
              <p:nvGrpSpPr>
                <p:cNvPr id="123" name="Google Shape;464;p11"/>
                <p:cNvGrpSpPr/>
                <p:nvPr/>
              </p:nvGrpSpPr>
              <p:grpSpPr>
                <a:xfrm>
                  <a:off x="614880" y="58680"/>
                  <a:ext cx="375480" cy="375120"/>
                  <a:chOff x="614880" y="58680"/>
                  <a:chExt cx="375480" cy="375120"/>
                </a:xfrm>
              </p:grpSpPr>
              <p:sp>
                <p:nvSpPr>
                  <p:cNvPr id="124" name="Google Shape;465;p11"/>
                  <p:cNvSpPr/>
                  <p:nvPr/>
                </p:nvSpPr>
                <p:spPr>
                  <a:xfrm>
                    <a:off x="614880" y="21744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466;p11"/>
                  <p:cNvSpPr/>
                  <p:nvPr/>
                </p:nvSpPr>
                <p:spPr>
                  <a:xfrm>
                    <a:off x="654840" y="17784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467;p11"/>
                  <p:cNvSpPr/>
                  <p:nvPr/>
                </p:nvSpPr>
                <p:spPr>
                  <a:xfrm>
                    <a:off x="694440" y="13788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468;p11"/>
                  <p:cNvSpPr/>
                  <p:nvPr/>
                </p:nvSpPr>
                <p:spPr>
                  <a:xfrm>
                    <a:off x="734400" y="9828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469;p11"/>
                  <p:cNvSpPr/>
                  <p:nvPr/>
                </p:nvSpPr>
                <p:spPr>
                  <a:xfrm>
                    <a:off x="774000" y="5868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9" name="Google Shape;470;p11"/>
                <p:cNvSpPr/>
                <p:nvPr/>
              </p:nvSpPr>
              <p:spPr>
                <a:xfrm>
                  <a:off x="584640" y="19800"/>
                  <a:ext cx="473040" cy="452880"/>
                </a:xfrm>
                <a:custGeom>
                  <a:avLst/>
                  <a:gdLst>
                    <a:gd name="textAreaLeft" fmla="*/ 0 w 473040"/>
                    <a:gd name="textAreaRight" fmla="*/ 473400 w 473040"/>
                    <a:gd name="textAreaTop" fmla="*/ 0 h 452880"/>
                    <a:gd name="textAreaBottom" fmla="*/ 453240 h 4528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0" name="Google Shape;471;p11"/>
              <p:cNvGrpSpPr/>
              <p:nvPr/>
            </p:nvGrpSpPr>
            <p:grpSpPr>
              <a:xfrm>
                <a:off x="530280" y="405720"/>
                <a:ext cx="473040" cy="452880"/>
                <a:chOff x="530280" y="405720"/>
                <a:chExt cx="473040" cy="452880"/>
              </a:xfrm>
            </p:grpSpPr>
            <p:grpSp>
              <p:nvGrpSpPr>
                <p:cNvPr id="131" name="Google Shape;472;p11"/>
                <p:cNvGrpSpPr/>
                <p:nvPr/>
              </p:nvGrpSpPr>
              <p:grpSpPr>
                <a:xfrm>
                  <a:off x="560880" y="444600"/>
                  <a:ext cx="375480" cy="375480"/>
                  <a:chOff x="560880" y="444600"/>
                  <a:chExt cx="375480" cy="375480"/>
                </a:xfrm>
              </p:grpSpPr>
              <p:sp>
                <p:nvSpPr>
                  <p:cNvPr id="132" name="Google Shape;473;p11"/>
                  <p:cNvSpPr/>
                  <p:nvPr/>
                </p:nvSpPr>
                <p:spPr>
                  <a:xfrm>
                    <a:off x="560880" y="60372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474;p11"/>
                  <p:cNvSpPr/>
                  <p:nvPr/>
                </p:nvSpPr>
                <p:spPr>
                  <a:xfrm>
                    <a:off x="600480" y="56376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475;p11"/>
                  <p:cNvSpPr/>
                  <p:nvPr/>
                </p:nvSpPr>
                <p:spPr>
                  <a:xfrm>
                    <a:off x="640440" y="52380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476;p11"/>
                  <p:cNvSpPr/>
                  <p:nvPr/>
                </p:nvSpPr>
                <p:spPr>
                  <a:xfrm>
                    <a:off x="680040" y="48420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477;p11"/>
                  <p:cNvSpPr/>
                  <p:nvPr/>
                </p:nvSpPr>
                <p:spPr>
                  <a:xfrm>
                    <a:off x="720000" y="44460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7" name="Google Shape;478;p11"/>
                <p:cNvSpPr/>
                <p:nvPr/>
              </p:nvSpPr>
              <p:spPr>
                <a:xfrm>
                  <a:off x="530280" y="405720"/>
                  <a:ext cx="473040" cy="452880"/>
                </a:xfrm>
                <a:custGeom>
                  <a:avLst/>
                  <a:gdLst>
                    <a:gd name="textAreaLeft" fmla="*/ 0 w 473040"/>
                    <a:gd name="textAreaRight" fmla="*/ 473400 w 473040"/>
                    <a:gd name="textAreaTop" fmla="*/ 0 h 452880"/>
                    <a:gd name="textAreaBottom" fmla="*/ 453240 h 4528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8" name="Google Shape;479;p11"/>
              <p:cNvGrpSpPr/>
              <p:nvPr/>
            </p:nvGrpSpPr>
            <p:grpSpPr>
              <a:xfrm>
                <a:off x="874080" y="236520"/>
                <a:ext cx="473040" cy="452880"/>
                <a:chOff x="874080" y="236520"/>
                <a:chExt cx="473040" cy="452880"/>
              </a:xfrm>
            </p:grpSpPr>
            <p:grpSp>
              <p:nvGrpSpPr>
                <p:cNvPr id="139" name="Google Shape;480;p11"/>
                <p:cNvGrpSpPr/>
                <p:nvPr/>
              </p:nvGrpSpPr>
              <p:grpSpPr>
                <a:xfrm>
                  <a:off x="904320" y="275400"/>
                  <a:ext cx="375480" cy="375480"/>
                  <a:chOff x="904320" y="275400"/>
                  <a:chExt cx="375480" cy="375480"/>
                </a:xfrm>
              </p:grpSpPr>
              <p:sp>
                <p:nvSpPr>
                  <p:cNvPr id="140" name="Google Shape;481;p11"/>
                  <p:cNvSpPr/>
                  <p:nvPr/>
                </p:nvSpPr>
                <p:spPr>
                  <a:xfrm>
                    <a:off x="904320" y="43452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482;p11"/>
                  <p:cNvSpPr/>
                  <p:nvPr/>
                </p:nvSpPr>
                <p:spPr>
                  <a:xfrm>
                    <a:off x="944280" y="39492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483;p11"/>
                  <p:cNvSpPr/>
                  <p:nvPr/>
                </p:nvSpPr>
                <p:spPr>
                  <a:xfrm>
                    <a:off x="983880" y="35496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Google Shape;484;p11"/>
                  <p:cNvSpPr/>
                  <p:nvPr/>
                </p:nvSpPr>
                <p:spPr>
                  <a:xfrm>
                    <a:off x="1023840" y="31500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485;p11"/>
                  <p:cNvSpPr/>
                  <p:nvPr/>
                </p:nvSpPr>
                <p:spPr>
                  <a:xfrm>
                    <a:off x="1063440" y="275400"/>
                    <a:ext cx="216360" cy="216360"/>
                  </a:xfrm>
                  <a:custGeom>
                    <a:avLst/>
                    <a:gdLst>
                      <a:gd name="textAreaLeft" fmla="*/ 0 w 216360"/>
                      <a:gd name="textAreaRight" fmla="*/ 216720 w 216360"/>
                      <a:gd name="textAreaTop" fmla="*/ 0 h 216360"/>
                      <a:gd name="textAreaBottom" fmla="*/ 216720 h 216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5" name="Google Shape;486;p11"/>
                <p:cNvSpPr/>
                <p:nvPr/>
              </p:nvSpPr>
              <p:spPr>
                <a:xfrm>
                  <a:off x="874080" y="236520"/>
                  <a:ext cx="473040" cy="452880"/>
                </a:xfrm>
                <a:custGeom>
                  <a:avLst/>
                  <a:gdLst>
                    <a:gd name="textAreaLeft" fmla="*/ 0 w 473040"/>
                    <a:gd name="textAreaRight" fmla="*/ 473400 w 473040"/>
                    <a:gd name="textAreaTop" fmla="*/ 0 h 452880"/>
                    <a:gd name="textAreaBottom" fmla="*/ 453240 h 4528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6" name="Google Shape;487;p11"/>
            <p:cNvGrpSpPr/>
            <p:nvPr/>
          </p:nvGrpSpPr>
          <p:grpSpPr>
            <a:xfrm>
              <a:off x="-2613240" y="-2768760"/>
              <a:ext cx="5849640" cy="6144120"/>
              <a:chOff x="-2613240" y="-2768760"/>
              <a:chExt cx="5849640" cy="6144120"/>
            </a:xfrm>
          </p:grpSpPr>
          <p:sp>
            <p:nvSpPr>
              <p:cNvPr id="147" name="Google Shape;488;p11"/>
              <p:cNvSpPr/>
              <p:nvPr/>
            </p:nvSpPr>
            <p:spPr>
              <a:xfrm rot="10521000">
                <a:off x="-748080" y="-878400"/>
                <a:ext cx="2780280" cy="2407680"/>
              </a:xfrm>
              <a:custGeom>
                <a:avLst/>
                <a:gdLst>
                  <a:gd name="textAreaLeft" fmla="*/ 0 w 2780280"/>
                  <a:gd name="textAreaRight" fmla="*/ 2780640 w 2780280"/>
                  <a:gd name="textAreaTop" fmla="*/ 0 h 2407680"/>
                  <a:gd name="textAreaBottom" fmla="*/ 2408040 h 2407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148" name="Google Shape;489;p11"/>
              <p:cNvPicPr/>
              <p:nvPr/>
            </p:nvPicPr>
            <p:blipFill>
              <a:blip r:embed="rId2"/>
              <a:srcRect t="17653" b="17662"/>
              <a:stretch/>
            </p:blipFill>
            <p:spPr>
              <a:xfrm rot="14121000">
                <a:off x="-2133000" y="-1562400"/>
                <a:ext cx="4889520" cy="3731760"/>
              </a:xfrm>
              <a:prstGeom prst="rect">
                <a:avLst/>
              </a:prstGeom>
              <a:noFill/>
              <a:ln w="0">
                <a:noFill/>
              </a:ln>
            </p:spPr>
          </p:pic>
        </p:grpSp>
        <p:grpSp>
          <p:nvGrpSpPr>
            <p:cNvPr id="149" name="Google Shape;490;p11"/>
            <p:cNvGrpSpPr/>
            <p:nvPr/>
          </p:nvGrpSpPr>
          <p:grpSpPr>
            <a:xfrm>
              <a:off x="-640080" y="-2729880"/>
              <a:ext cx="6190920" cy="6190920"/>
              <a:chOff x="-640080" y="-2729880"/>
              <a:chExt cx="6190920" cy="6190920"/>
            </a:xfrm>
          </p:grpSpPr>
          <p:sp>
            <p:nvSpPr>
              <p:cNvPr id="150" name="Google Shape;491;p11"/>
              <p:cNvSpPr/>
              <p:nvPr/>
            </p:nvSpPr>
            <p:spPr>
              <a:xfrm rot="13500000">
                <a:off x="452160" y="-2008800"/>
                <a:ext cx="4006080" cy="4749120"/>
              </a:xfrm>
              <a:custGeom>
                <a:avLst/>
                <a:gdLst>
                  <a:gd name="textAreaLeft" fmla="*/ 0 w 4006080"/>
                  <a:gd name="textAreaRight" fmla="*/ 400644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492;p11"/>
              <p:cNvSpPr/>
              <p:nvPr/>
            </p:nvSpPr>
            <p:spPr>
              <a:xfrm rot="13500000">
                <a:off x="83520" y="-84492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95" name="Google Shape;549;p15"/>
          <p:cNvGrpSpPr/>
          <p:nvPr/>
        </p:nvGrpSpPr>
        <p:grpSpPr>
          <a:xfrm>
            <a:off x="4967640" y="4931640"/>
            <a:ext cx="438840" cy="438840"/>
            <a:chOff x="4967640" y="4931640"/>
            <a:chExt cx="438840" cy="438840"/>
          </a:xfrm>
        </p:grpSpPr>
        <p:sp>
          <p:nvSpPr>
            <p:cNvPr id="196" name="Google Shape;550;p15"/>
            <p:cNvSpPr/>
            <p:nvPr/>
          </p:nvSpPr>
          <p:spPr>
            <a:xfrm>
              <a:off x="4967640" y="49316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 name="Google Shape;551;p15"/>
            <p:cNvSpPr/>
            <p:nvPr/>
          </p:nvSpPr>
          <p:spPr>
            <a:xfrm>
              <a:off x="5056200" y="503172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8" name="Google Shape;552;p15"/>
          <p:cNvGrpSpPr/>
          <p:nvPr/>
        </p:nvGrpSpPr>
        <p:grpSpPr>
          <a:xfrm>
            <a:off x="2176560" y="-3695760"/>
            <a:ext cx="7317720" cy="6983280"/>
            <a:chOff x="2176560" y="-3695760"/>
            <a:chExt cx="7317720" cy="6983280"/>
          </a:xfrm>
        </p:grpSpPr>
        <p:sp>
          <p:nvSpPr>
            <p:cNvPr id="199" name="Google Shape;553;p15"/>
            <p:cNvSpPr/>
            <p:nvPr/>
          </p:nvSpPr>
          <p:spPr>
            <a:xfrm rot="8100000" flipH="1">
              <a:off x="3854520" y="-2182320"/>
              <a:ext cx="4006080" cy="4749120"/>
            </a:xfrm>
            <a:custGeom>
              <a:avLst/>
              <a:gdLst>
                <a:gd name="textAreaLeft" fmla="*/ 360 w 4006080"/>
                <a:gd name="textAreaRight" fmla="*/ 400680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0" name="Google Shape;554;p15"/>
            <p:cNvGrpSpPr/>
            <p:nvPr/>
          </p:nvGrpSpPr>
          <p:grpSpPr>
            <a:xfrm>
              <a:off x="7743240" y="248040"/>
              <a:ext cx="822960" cy="174960"/>
              <a:chOff x="7743240" y="248040"/>
              <a:chExt cx="822960" cy="174960"/>
            </a:xfrm>
          </p:grpSpPr>
          <p:sp>
            <p:nvSpPr>
              <p:cNvPr id="201" name="Google Shape;555;p15"/>
              <p:cNvSpPr/>
              <p:nvPr/>
            </p:nvSpPr>
            <p:spPr>
              <a:xfrm rot="2700000">
                <a:off x="7768800" y="2736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556;p15"/>
              <p:cNvSpPr/>
              <p:nvPr/>
            </p:nvSpPr>
            <p:spPr>
              <a:xfrm rot="2700000">
                <a:off x="7876440" y="2732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557;p15"/>
              <p:cNvSpPr/>
              <p:nvPr/>
            </p:nvSpPr>
            <p:spPr>
              <a:xfrm rot="2700000">
                <a:off x="7984440" y="27396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558;p15"/>
              <p:cNvSpPr/>
              <p:nvPr/>
            </p:nvSpPr>
            <p:spPr>
              <a:xfrm rot="2700000">
                <a:off x="8092440" y="27360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559;p15"/>
              <p:cNvSpPr/>
              <p:nvPr/>
            </p:nvSpPr>
            <p:spPr>
              <a:xfrm rot="2700000">
                <a:off x="8200800" y="2739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560;p15"/>
              <p:cNvSpPr/>
              <p:nvPr/>
            </p:nvSpPr>
            <p:spPr>
              <a:xfrm rot="2700000">
                <a:off x="8308800" y="2736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561;p15"/>
              <p:cNvSpPr/>
              <p:nvPr/>
            </p:nvSpPr>
            <p:spPr>
              <a:xfrm rot="2700000">
                <a:off x="8417160" y="2732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8" name="Google Shape;562;p15"/>
            <p:cNvGrpSpPr/>
            <p:nvPr/>
          </p:nvGrpSpPr>
          <p:grpSpPr>
            <a:xfrm>
              <a:off x="8266320" y="52200"/>
              <a:ext cx="823320" cy="174960"/>
              <a:chOff x="8266320" y="52200"/>
              <a:chExt cx="823320" cy="174960"/>
            </a:xfrm>
          </p:grpSpPr>
          <p:sp>
            <p:nvSpPr>
              <p:cNvPr id="209" name="Google Shape;563;p15"/>
              <p:cNvSpPr/>
              <p:nvPr/>
            </p:nvSpPr>
            <p:spPr>
              <a:xfrm rot="2700000">
                <a:off x="8291880" y="777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564;p15"/>
              <p:cNvSpPr/>
              <p:nvPr/>
            </p:nvSpPr>
            <p:spPr>
              <a:xfrm rot="2700000">
                <a:off x="8399520" y="7740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565;p15"/>
              <p:cNvSpPr/>
              <p:nvPr/>
            </p:nvSpPr>
            <p:spPr>
              <a:xfrm rot="2700000">
                <a:off x="8507520" y="781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566;p15"/>
              <p:cNvSpPr/>
              <p:nvPr/>
            </p:nvSpPr>
            <p:spPr>
              <a:xfrm rot="2700000">
                <a:off x="8615520" y="7776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567;p15"/>
              <p:cNvSpPr/>
              <p:nvPr/>
            </p:nvSpPr>
            <p:spPr>
              <a:xfrm rot="2700000">
                <a:off x="8724240" y="781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568;p15"/>
              <p:cNvSpPr/>
              <p:nvPr/>
            </p:nvSpPr>
            <p:spPr>
              <a:xfrm rot="2700000">
                <a:off x="8832240" y="777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569;p15"/>
              <p:cNvSpPr/>
              <p:nvPr/>
            </p:nvSpPr>
            <p:spPr>
              <a:xfrm rot="2700000">
                <a:off x="8940600" y="7740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6" name="Google Shape;570;p15"/>
            <p:cNvSpPr/>
            <p:nvPr/>
          </p:nvSpPr>
          <p:spPr>
            <a:xfrm rot="5400000">
              <a:off x="8218440" y="-65160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571;p15"/>
            <p:cNvSpPr/>
            <p:nvPr/>
          </p:nvSpPr>
          <p:spPr>
            <a:xfrm rot="10800000">
              <a:off x="8442000" y="-36576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572;p15"/>
            <p:cNvSpPr/>
            <p:nvPr/>
          </p:nvSpPr>
          <p:spPr>
            <a:xfrm rot="10800000">
              <a:off x="8566560" y="-7560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573;p15"/>
            <p:cNvSpPr/>
            <p:nvPr/>
          </p:nvSpPr>
          <p:spPr>
            <a:xfrm rot="18900000" flipH="1">
              <a:off x="3268440" y="-2974680"/>
              <a:ext cx="4006080" cy="4749120"/>
            </a:xfrm>
            <a:custGeom>
              <a:avLst/>
              <a:gdLst>
                <a:gd name="textAreaLeft" fmla="*/ 360 w 4006080"/>
                <a:gd name="textAreaRight" fmla="*/ 400680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0" name="Google Shape;574;p15"/>
          <p:cNvGrpSpPr/>
          <p:nvPr/>
        </p:nvGrpSpPr>
        <p:grpSpPr>
          <a:xfrm>
            <a:off x="-2423880" y="2074320"/>
            <a:ext cx="6274800" cy="6144120"/>
            <a:chOff x="-2423880" y="2074320"/>
            <a:chExt cx="6274800" cy="6144120"/>
          </a:xfrm>
        </p:grpSpPr>
        <p:grpSp>
          <p:nvGrpSpPr>
            <p:cNvPr id="221" name="Google Shape;575;p15"/>
            <p:cNvGrpSpPr/>
            <p:nvPr/>
          </p:nvGrpSpPr>
          <p:grpSpPr>
            <a:xfrm>
              <a:off x="-1800" y="4458240"/>
              <a:ext cx="1537920" cy="970920"/>
              <a:chOff x="-1800" y="4458240"/>
              <a:chExt cx="1537920" cy="970920"/>
            </a:xfrm>
          </p:grpSpPr>
          <p:grpSp>
            <p:nvGrpSpPr>
              <p:cNvPr id="222" name="Google Shape;576;p15"/>
              <p:cNvGrpSpPr/>
              <p:nvPr/>
            </p:nvGrpSpPr>
            <p:grpSpPr>
              <a:xfrm>
                <a:off x="-1800" y="4458240"/>
                <a:ext cx="903960" cy="865440"/>
                <a:chOff x="-1800" y="4458240"/>
                <a:chExt cx="903960" cy="865440"/>
              </a:xfrm>
            </p:grpSpPr>
            <p:grpSp>
              <p:nvGrpSpPr>
                <p:cNvPr id="223" name="Google Shape;577;p15"/>
                <p:cNvGrpSpPr/>
                <p:nvPr/>
              </p:nvGrpSpPr>
              <p:grpSpPr>
                <a:xfrm>
                  <a:off x="56160" y="4532400"/>
                  <a:ext cx="717120" cy="716760"/>
                  <a:chOff x="56160" y="4532400"/>
                  <a:chExt cx="717120" cy="716760"/>
                </a:xfrm>
              </p:grpSpPr>
              <p:sp>
                <p:nvSpPr>
                  <p:cNvPr id="224" name="Google Shape;578;p15"/>
                  <p:cNvSpPr/>
                  <p:nvPr/>
                </p:nvSpPr>
                <p:spPr>
                  <a:xfrm flipV="1">
                    <a:off x="56160" y="4532400"/>
                    <a:ext cx="413280" cy="413280"/>
                  </a:xfrm>
                  <a:custGeom>
                    <a:avLst/>
                    <a:gdLst>
                      <a:gd name="textAreaLeft" fmla="*/ 0 w 413280"/>
                      <a:gd name="textAreaRight" fmla="*/ 413640 w 413280"/>
                      <a:gd name="textAreaTop" fmla="*/ 360 h 413280"/>
                      <a:gd name="textAreaBottom" fmla="*/ 414000 h 4132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579;p15"/>
                  <p:cNvSpPr/>
                  <p:nvPr/>
                </p:nvSpPr>
                <p:spPr>
                  <a:xfrm flipV="1">
                    <a:off x="132120" y="4608360"/>
                    <a:ext cx="413280" cy="413280"/>
                  </a:xfrm>
                  <a:custGeom>
                    <a:avLst/>
                    <a:gdLst>
                      <a:gd name="textAreaLeft" fmla="*/ 0 w 413280"/>
                      <a:gd name="textAreaRight" fmla="*/ 413640 w 413280"/>
                      <a:gd name="textAreaTop" fmla="*/ 360 h 413280"/>
                      <a:gd name="textAreaBottom" fmla="*/ 414000 h 4132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580;p15"/>
                  <p:cNvSpPr/>
                  <p:nvPr/>
                </p:nvSpPr>
                <p:spPr>
                  <a:xfrm flipV="1">
                    <a:off x="208080" y="4684320"/>
                    <a:ext cx="413280" cy="413280"/>
                  </a:xfrm>
                  <a:custGeom>
                    <a:avLst/>
                    <a:gdLst>
                      <a:gd name="textAreaLeft" fmla="*/ 0 w 413280"/>
                      <a:gd name="textAreaRight" fmla="*/ 413640 w 413280"/>
                      <a:gd name="textAreaTop" fmla="*/ 360 h 413280"/>
                      <a:gd name="textAreaBottom" fmla="*/ 414000 h 4132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581;p15"/>
                  <p:cNvSpPr/>
                  <p:nvPr/>
                </p:nvSpPr>
                <p:spPr>
                  <a:xfrm flipV="1">
                    <a:off x="284040" y="4760280"/>
                    <a:ext cx="413280" cy="413280"/>
                  </a:xfrm>
                  <a:custGeom>
                    <a:avLst/>
                    <a:gdLst>
                      <a:gd name="textAreaLeft" fmla="*/ 0 w 413280"/>
                      <a:gd name="textAreaRight" fmla="*/ 413640 w 413280"/>
                      <a:gd name="textAreaTop" fmla="*/ 360 h 413280"/>
                      <a:gd name="textAreaBottom" fmla="*/ 414000 h 4132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582;p15"/>
                  <p:cNvSpPr/>
                  <p:nvPr/>
                </p:nvSpPr>
                <p:spPr>
                  <a:xfrm flipV="1">
                    <a:off x="360000" y="4835880"/>
                    <a:ext cx="413280" cy="413280"/>
                  </a:xfrm>
                  <a:custGeom>
                    <a:avLst/>
                    <a:gdLst>
                      <a:gd name="textAreaLeft" fmla="*/ 0 w 413280"/>
                      <a:gd name="textAreaRight" fmla="*/ 413640 w 413280"/>
                      <a:gd name="textAreaTop" fmla="*/ 360 h 413280"/>
                      <a:gd name="textAreaBottom" fmla="*/ 414000 h 4132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9" name="Google Shape;583;p15"/>
                <p:cNvSpPr/>
                <p:nvPr/>
              </p:nvSpPr>
              <p:spPr>
                <a:xfrm flipV="1">
                  <a:off x="-1440" y="4458240"/>
                  <a:ext cx="903960" cy="865440"/>
                </a:xfrm>
                <a:custGeom>
                  <a:avLst/>
                  <a:gdLst>
                    <a:gd name="textAreaLeft" fmla="*/ 0 w 903960"/>
                    <a:gd name="textAreaRight" fmla="*/ 904320 w 903960"/>
                    <a:gd name="textAreaTop" fmla="*/ 360 h 865440"/>
                    <a:gd name="textAreaBottom" fmla="*/ 866160 h 86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0" name="Google Shape;584;p15"/>
              <p:cNvGrpSpPr/>
              <p:nvPr/>
            </p:nvGrpSpPr>
            <p:grpSpPr>
              <a:xfrm>
                <a:off x="773640" y="4976280"/>
                <a:ext cx="473040" cy="452880"/>
                <a:chOff x="773640" y="4976280"/>
                <a:chExt cx="473040" cy="452880"/>
              </a:xfrm>
            </p:grpSpPr>
            <p:grpSp>
              <p:nvGrpSpPr>
                <p:cNvPr id="231" name="Google Shape;585;p15"/>
                <p:cNvGrpSpPr/>
                <p:nvPr/>
              </p:nvGrpSpPr>
              <p:grpSpPr>
                <a:xfrm>
                  <a:off x="804240" y="5014800"/>
                  <a:ext cx="375480" cy="375480"/>
                  <a:chOff x="804240" y="5014800"/>
                  <a:chExt cx="375480" cy="375480"/>
                </a:xfrm>
              </p:grpSpPr>
              <p:sp>
                <p:nvSpPr>
                  <p:cNvPr id="232" name="Google Shape;586;p15"/>
                  <p:cNvSpPr/>
                  <p:nvPr/>
                </p:nvSpPr>
                <p:spPr>
                  <a:xfrm flipV="1">
                    <a:off x="804240" y="501444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587;p15"/>
                  <p:cNvSpPr/>
                  <p:nvPr/>
                </p:nvSpPr>
                <p:spPr>
                  <a:xfrm flipV="1">
                    <a:off x="843840" y="505404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588;p15"/>
                  <p:cNvSpPr/>
                  <p:nvPr/>
                </p:nvSpPr>
                <p:spPr>
                  <a:xfrm flipV="1">
                    <a:off x="883800" y="509400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589;p15"/>
                  <p:cNvSpPr/>
                  <p:nvPr/>
                </p:nvSpPr>
                <p:spPr>
                  <a:xfrm flipV="1">
                    <a:off x="923400" y="513360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590;p15"/>
                  <p:cNvSpPr/>
                  <p:nvPr/>
                </p:nvSpPr>
                <p:spPr>
                  <a:xfrm flipV="1">
                    <a:off x="963360" y="517356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37" name="Google Shape;591;p15"/>
                <p:cNvSpPr/>
                <p:nvPr/>
              </p:nvSpPr>
              <p:spPr>
                <a:xfrm flipV="1">
                  <a:off x="773640" y="4976280"/>
                  <a:ext cx="473040" cy="452880"/>
                </a:xfrm>
                <a:custGeom>
                  <a:avLst/>
                  <a:gdLst>
                    <a:gd name="textAreaLeft" fmla="*/ 0 w 473040"/>
                    <a:gd name="textAreaRight" fmla="*/ 473400 w 473040"/>
                    <a:gd name="textAreaTop" fmla="*/ 360 h 452880"/>
                    <a:gd name="textAreaBottom" fmla="*/ 453600 h 4528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8" name="Google Shape;592;p15"/>
              <p:cNvGrpSpPr/>
              <p:nvPr/>
            </p:nvGrpSpPr>
            <p:grpSpPr>
              <a:xfrm>
                <a:off x="719640" y="4590360"/>
                <a:ext cx="473040" cy="452880"/>
                <a:chOff x="719640" y="4590360"/>
                <a:chExt cx="473040" cy="452880"/>
              </a:xfrm>
            </p:grpSpPr>
            <p:grpSp>
              <p:nvGrpSpPr>
                <p:cNvPr id="239" name="Google Shape;593;p15"/>
                <p:cNvGrpSpPr/>
                <p:nvPr/>
              </p:nvGrpSpPr>
              <p:grpSpPr>
                <a:xfrm>
                  <a:off x="749880" y="4628880"/>
                  <a:ext cx="375480" cy="375480"/>
                  <a:chOff x="749880" y="4628880"/>
                  <a:chExt cx="375480" cy="375480"/>
                </a:xfrm>
              </p:grpSpPr>
              <p:sp>
                <p:nvSpPr>
                  <p:cNvPr id="240" name="Google Shape;594;p15"/>
                  <p:cNvSpPr/>
                  <p:nvPr/>
                </p:nvSpPr>
                <p:spPr>
                  <a:xfrm flipV="1">
                    <a:off x="749880" y="462852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595;p15"/>
                  <p:cNvSpPr/>
                  <p:nvPr/>
                </p:nvSpPr>
                <p:spPr>
                  <a:xfrm flipV="1">
                    <a:off x="789840" y="466812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 name="Google Shape;596;p15"/>
                  <p:cNvSpPr/>
                  <p:nvPr/>
                </p:nvSpPr>
                <p:spPr>
                  <a:xfrm flipV="1">
                    <a:off x="829800" y="470808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597;p15"/>
                  <p:cNvSpPr/>
                  <p:nvPr/>
                </p:nvSpPr>
                <p:spPr>
                  <a:xfrm flipV="1">
                    <a:off x="869400" y="474768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 name="Google Shape;598;p15"/>
                  <p:cNvSpPr/>
                  <p:nvPr/>
                </p:nvSpPr>
                <p:spPr>
                  <a:xfrm flipV="1">
                    <a:off x="909000" y="478764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5" name="Google Shape;599;p15"/>
                <p:cNvSpPr/>
                <p:nvPr/>
              </p:nvSpPr>
              <p:spPr>
                <a:xfrm flipV="1">
                  <a:off x="719640" y="4590360"/>
                  <a:ext cx="473040" cy="452880"/>
                </a:xfrm>
                <a:custGeom>
                  <a:avLst/>
                  <a:gdLst>
                    <a:gd name="textAreaLeft" fmla="*/ 0 w 473040"/>
                    <a:gd name="textAreaRight" fmla="*/ 473400 w 473040"/>
                    <a:gd name="textAreaTop" fmla="*/ 360 h 452880"/>
                    <a:gd name="textAreaBottom" fmla="*/ 453600 h 4528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6" name="Google Shape;600;p15"/>
              <p:cNvGrpSpPr/>
              <p:nvPr/>
            </p:nvGrpSpPr>
            <p:grpSpPr>
              <a:xfrm>
                <a:off x="1063080" y="4759560"/>
                <a:ext cx="473040" cy="452880"/>
                <a:chOff x="1063080" y="4759560"/>
                <a:chExt cx="473040" cy="452880"/>
              </a:xfrm>
            </p:grpSpPr>
            <p:grpSp>
              <p:nvGrpSpPr>
                <p:cNvPr id="247" name="Google Shape;601;p15"/>
                <p:cNvGrpSpPr/>
                <p:nvPr/>
              </p:nvGrpSpPr>
              <p:grpSpPr>
                <a:xfrm>
                  <a:off x="1093680" y="4798080"/>
                  <a:ext cx="375480" cy="375120"/>
                  <a:chOff x="1093680" y="4798080"/>
                  <a:chExt cx="375480" cy="375120"/>
                </a:xfrm>
              </p:grpSpPr>
              <p:sp>
                <p:nvSpPr>
                  <p:cNvPr id="248" name="Google Shape;602;p15"/>
                  <p:cNvSpPr/>
                  <p:nvPr/>
                </p:nvSpPr>
                <p:spPr>
                  <a:xfrm flipV="1">
                    <a:off x="1093680" y="479772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603;p15"/>
                  <p:cNvSpPr/>
                  <p:nvPr/>
                </p:nvSpPr>
                <p:spPr>
                  <a:xfrm flipV="1">
                    <a:off x="1133280" y="483732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 name="Google Shape;604;p15"/>
                  <p:cNvSpPr/>
                  <p:nvPr/>
                </p:nvSpPr>
                <p:spPr>
                  <a:xfrm flipV="1">
                    <a:off x="1173240" y="487728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 name="Google Shape;605;p15"/>
                  <p:cNvSpPr/>
                  <p:nvPr/>
                </p:nvSpPr>
                <p:spPr>
                  <a:xfrm flipV="1">
                    <a:off x="1212840" y="491688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606;p15"/>
                  <p:cNvSpPr/>
                  <p:nvPr/>
                </p:nvSpPr>
                <p:spPr>
                  <a:xfrm flipV="1">
                    <a:off x="1252800" y="4956480"/>
                    <a:ext cx="216360" cy="216360"/>
                  </a:xfrm>
                  <a:custGeom>
                    <a:avLst/>
                    <a:gdLst>
                      <a:gd name="textAreaLeft" fmla="*/ 0 w 216360"/>
                      <a:gd name="textAreaRight" fmla="*/ 216720 w 216360"/>
                      <a:gd name="textAreaTop" fmla="*/ -360 h 216360"/>
                      <a:gd name="textAreaBottom" fmla="*/ 216360 h 216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53" name="Google Shape;607;p15"/>
                <p:cNvSpPr/>
                <p:nvPr/>
              </p:nvSpPr>
              <p:spPr>
                <a:xfrm flipV="1">
                  <a:off x="1063080" y="4759560"/>
                  <a:ext cx="473040" cy="452880"/>
                </a:xfrm>
                <a:custGeom>
                  <a:avLst/>
                  <a:gdLst>
                    <a:gd name="textAreaLeft" fmla="*/ 0 w 473040"/>
                    <a:gd name="textAreaRight" fmla="*/ 473400 w 473040"/>
                    <a:gd name="textAreaTop" fmla="*/ 360 h 452880"/>
                    <a:gd name="textAreaBottom" fmla="*/ 453600 h 4528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54" name="Google Shape;608;p15"/>
            <p:cNvGrpSpPr/>
            <p:nvPr/>
          </p:nvGrpSpPr>
          <p:grpSpPr>
            <a:xfrm>
              <a:off x="-2423880" y="2074320"/>
              <a:ext cx="5850000" cy="6144120"/>
              <a:chOff x="-2423880" y="2074320"/>
              <a:chExt cx="5850000" cy="6144120"/>
            </a:xfrm>
          </p:grpSpPr>
          <p:sp>
            <p:nvSpPr>
              <p:cNvPr id="255" name="Google Shape;609;p15"/>
              <p:cNvSpPr/>
              <p:nvPr/>
            </p:nvSpPr>
            <p:spPr>
              <a:xfrm rot="11079000" flipV="1">
                <a:off x="-558720" y="3920760"/>
                <a:ext cx="2780280" cy="2407680"/>
              </a:xfrm>
              <a:custGeom>
                <a:avLst/>
                <a:gdLst>
                  <a:gd name="textAreaLeft" fmla="*/ 0 w 2780280"/>
                  <a:gd name="textAreaRight" fmla="*/ 2780640 w 2780280"/>
                  <a:gd name="textAreaTop" fmla="*/ 360 h 2407680"/>
                  <a:gd name="textAreaBottom" fmla="*/ 2408400 h 2407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153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256" name="Google Shape;610;p15"/>
              <p:cNvPicPr/>
              <p:nvPr/>
            </p:nvPicPr>
            <p:blipFill>
              <a:blip r:embed="rId2"/>
              <a:srcRect t="17653" b="17662"/>
              <a:stretch/>
            </p:blipFill>
            <p:spPr>
              <a:xfrm rot="18279000" flipH="1">
                <a:off x="-1943640" y="3280320"/>
                <a:ext cx="4889520" cy="3731760"/>
              </a:xfrm>
              <a:prstGeom prst="rect">
                <a:avLst/>
              </a:prstGeom>
              <a:noFill/>
              <a:ln w="0">
                <a:noFill/>
              </a:ln>
            </p:spPr>
          </p:pic>
        </p:grpSp>
        <p:sp>
          <p:nvSpPr>
            <p:cNvPr id="257" name="Google Shape;611;p15"/>
            <p:cNvSpPr/>
            <p:nvPr/>
          </p:nvSpPr>
          <p:spPr>
            <a:xfrm rot="18900000" flipH="1">
              <a:off x="272880" y="332208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8" name="Google Shape;612;p15"/>
            <p:cNvGrpSpPr/>
            <p:nvPr/>
          </p:nvGrpSpPr>
          <p:grpSpPr>
            <a:xfrm>
              <a:off x="1486440" y="4807440"/>
              <a:ext cx="1136880" cy="87840"/>
              <a:chOff x="1486440" y="4807440"/>
              <a:chExt cx="1136880" cy="87840"/>
            </a:xfrm>
          </p:grpSpPr>
          <p:sp>
            <p:nvSpPr>
              <p:cNvPr id="259" name="Google Shape;613;p15"/>
              <p:cNvSpPr/>
              <p:nvPr/>
            </p:nvSpPr>
            <p:spPr>
              <a:xfrm rot="5400000">
                <a:off x="2048760" y="4245120"/>
                <a:ext cx="12240" cy="1136880"/>
              </a:xfrm>
              <a:custGeom>
                <a:avLst/>
                <a:gdLst>
                  <a:gd name="textAreaLeft" fmla="*/ 0 w 12240"/>
                  <a:gd name="textAreaRight" fmla="*/ 12600 w 12240"/>
                  <a:gd name="textAreaTop" fmla="*/ 0 h 1136880"/>
                  <a:gd name="textAreaBottom" fmla="*/ 1137240 h 11368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614;p15"/>
              <p:cNvSpPr/>
              <p:nvPr/>
            </p:nvSpPr>
            <p:spPr>
              <a:xfrm rot="5400000">
                <a:off x="2048760" y="4320720"/>
                <a:ext cx="12240" cy="1136880"/>
              </a:xfrm>
              <a:custGeom>
                <a:avLst/>
                <a:gdLst>
                  <a:gd name="textAreaLeft" fmla="*/ 0 w 12240"/>
                  <a:gd name="textAreaRight" fmla="*/ 12600 w 12240"/>
                  <a:gd name="textAreaTop" fmla="*/ 0 h 1136880"/>
                  <a:gd name="textAreaBottom" fmla="*/ 1137240 h 11368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sp>
        <p:nvSpPr>
          <p:cNvPr id="26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262" name="Google Shape;617;p16"/>
          <p:cNvGrpSpPr/>
          <p:nvPr/>
        </p:nvGrpSpPr>
        <p:grpSpPr>
          <a:xfrm>
            <a:off x="7810200" y="-621720"/>
            <a:ext cx="2587680" cy="2724840"/>
            <a:chOff x="7810200" y="-621720"/>
            <a:chExt cx="2587680" cy="2724840"/>
          </a:xfrm>
        </p:grpSpPr>
        <p:grpSp>
          <p:nvGrpSpPr>
            <p:cNvPr id="263" name="Google Shape;618;p16"/>
            <p:cNvGrpSpPr/>
            <p:nvPr/>
          </p:nvGrpSpPr>
          <p:grpSpPr>
            <a:xfrm>
              <a:off x="8520840" y="-90720"/>
              <a:ext cx="904680" cy="725400"/>
              <a:chOff x="8520840" y="-90720"/>
              <a:chExt cx="904680" cy="725400"/>
            </a:xfrm>
          </p:grpSpPr>
          <p:sp>
            <p:nvSpPr>
              <p:cNvPr id="264" name="Google Shape;619;p16"/>
              <p:cNvSpPr/>
              <p:nvPr/>
            </p:nvSpPr>
            <p:spPr>
              <a:xfrm>
                <a:off x="8752680" y="5220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620;p16"/>
              <p:cNvSpPr/>
              <p:nvPr/>
            </p:nvSpPr>
            <p:spPr>
              <a:xfrm>
                <a:off x="8740080" y="-9072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621;p16"/>
              <p:cNvSpPr/>
              <p:nvPr/>
            </p:nvSpPr>
            <p:spPr>
              <a:xfrm>
                <a:off x="8520840" y="5220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7" name="Google Shape;622;p16"/>
            <p:cNvGrpSpPr/>
            <p:nvPr/>
          </p:nvGrpSpPr>
          <p:grpSpPr>
            <a:xfrm>
              <a:off x="8869320" y="-621720"/>
              <a:ext cx="324360" cy="1787760"/>
              <a:chOff x="8869320" y="-621720"/>
              <a:chExt cx="324360" cy="1787760"/>
            </a:xfrm>
          </p:grpSpPr>
          <p:sp>
            <p:nvSpPr>
              <p:cNvPr id="268" name="Google Shape;623;p16"/>
              <p:cNvSpPr/>
              <p:nvPr/>
            </p:nvSpPr>
            <p:spPr>
              <a:xfrm rot="10800000">
                <a:off x="8869320" y="-6217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1000"/>
                    </a:srgbClr>
                  </a:gs>
                  <a:gs pos="100000">
                    <a:srgbClr val="FFFFFF">
                      <a:alpha val="31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69" name="Google Shape;624;p16"/>
              <p:cNvGrpSpPr/>
              <p:nvPr/>
            </p:nvGrpSpPr>
            <p:grpSpPr>
              <a:xfrm>
                <a:off x="9011160" y="983520"/>
                <a:ext cx="182520" cy="182520"/>
                <a:chOff x="9011160" y="983520"/>
                <a:chExt cx="182520" cy="182520"/>
              </a:xfrm>
            </p:grpSpPr>
            <p:sp>
              <p:nvSpPr>
                <p:cNvPr id="270" name="Google Shape;625;p16"/>
                <p:cNvSpPr/>
                <p:nvPr/>
              </p:nvSpPr>
              <p:spPr>
                <a:xfrm rot="1800000">
                  <a:off x="9035640" y="100764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626;p16"/>
                <p:cNvSpPr/>
                <p:nvPr/>
              </p:nvSpPr>
              <p:spPr>
                <a:xfrm rot="1800000">
                  <a:off x="9062280" y="10382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72" name="Google Shape;627;p16"/>
            <p:cNvSpPr/>
            <p:nvPr/>
          </p:nvSpPr>
          <p:spPr>
            <a:xfrm rot="2700000">
              <a:off x="8482320" y="-4222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628;p16"/>
            <p:cNvSpPr/>
            <p:nvPr/>
          </p:nvSpPr>
          <p:spPr>
            <a:xfrm rot="2700000">
              <a:off x="8744040" y="-213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4" name="Google Shape;629;p16"/>
          <p:cNvGrpSpPr/>
          <p:nvPr/>
        </p:nvGrpSpPr>
        <p:grpSpPr>
          <a:xfrm>
            <a:off x="8332920" y="720"/>
            <a:ext cx="2385720" cy="3292560"/>
            <a:chOff x="8332920" y="720"/>
            <a:chExt cx="2385720" cy="3292560"/>
          </a:xfrm>
        </p:grpSpPr>
        <p:pic>
          <p:nvPicPr>
            <p:cNvPr id="275" name="Google Shape;630;p16"/>
            <p:cNvPicPr/>
            <p:nvPr/>
          </p:nvPicPr>
          <p:blipFill>
            <a:blip r:embed="rId2"/>
            <a:srcRect l="16959" t="24713" r="7122" b="26173"/>
            <a:stretch/>
          </p:blipFill>
          <p:spPr>
            <a:xfrm rot="5400000">
              <a:off x="7962840" y="537120"/>
              <a:ext cx="3125880" cy="2385720"/>
            </a:xfrm>
            <a:prstGeom prst="rect">
              <a:avLst/>
            </a:prstGeom>
            <a:noFill/>
            <a:ln w="0">
              <a:noFill/>
            </a:ln>
          </p:spPr>
        </p:pic>
        <p:grpSp>
          <p:nvGrpSpPr>
            <p:cNvPr id="276" name="Google Shape;631;p16"/>
            <p:cNvGrpSpPr/>
            <p:nvPr/>
          </p:nvGrpSpPr>
          <p:grpSpPr>
            <a:xfrm>
              <a:off x="8529120" y="720"/>
              <a:ext cx="324360" cy="1787400"/>
              <a:chOff x="8529120" y="720"/>
              <a:chExt cx="324360" cy="1787400"/>
            </a:xfrm>
          </p:grpSpPr>
          <p:sp>
            <p:nvSpPr>
              <p:cNvPr id="277" name="Google Shape;632;p16"/>
              <p:cNvSpPr/>
              <p:nvPr/>
            </p:nvSpPr>
            <p:spPr>
              <a:xfrm>
                <a:off x="8606880" y="853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EB9109">
                      <a:alpha val="31000"/>
                    </a:srgbClr>
                  </a:gs>
                  <a:gs pos="40000">
                    <a:srgbClr val="FF9900">
                      <a:alpha val="31000"/>
                    </a:srgbClr>
                  </a:gs>
                  <a:gs pos="100000">
                    <a:srgbClr val="FFFFFF">
                      <a:alpha val="3100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78" name="Google Shape;633;p16"/>
              <p:cNvGrpSpPr/>
              <p:nvPr/>
            </p:nvGrpSpPr>
            <p:grpSpPr>
              <a:xfrm>
                <a:off x="8529120" y="720"/>
                <a:ext cx="182160" cy="182520"/>
                <a:chOff x="8529120" y="720"/>
                <a:chExt cx="182160" cy="182520"/>
              </a:xfrm>
            </p:grpSpPr>
            <p:sp>
              <p:nvSpPr>
                <p:cNvPr id="279" name="Google Shape;634;p16"/>
                <p:cNvSpPr/>
                <p:nvPr/>
              </p:nvSpPr>
              <p:spPr>
                <a:xfrm rot="12600000">
                  <a:off x="8553240" y="252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40000">
                      <a:srgbClr val="FF9900">
                        <a:alpha val="41000"/>
                      </a:srgbClr>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635;p16"/>
                <p:cNvSpPr/>
                <p:nvPr/>
              </p:nvSpPr>
              <p:spPr>
                <a:xfrm rot="12600000">
                  <a:off x="8580240" y="554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40000">
                      <a:srgbClr val="FF9900">
                        <a:alpha val="41000"/>
                      </a:srgbClr>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281" name="Google Shape;636;p16"/>
          <p:cNvGrpSpPr/>
          <p:nvPr/>
        </p:nvGrpSpPr>
        <p:grpSpPr>
          <a:xfrm>
            <a:off x="-213480" y="171360"/>
            <a:ext cx="438840" cy="438840"/>
            <a:chOff x="-213480" y="171360"/>
            <a:chExt cx="438840" cy="438840"/>
          </a:xfrm>
        </p:grpSpPr>
        <p:sp>
          <p:nvSpPr>
            <p:cNvPr id="282" name="Google Shape;637;p16"/>
            <p:cNvSpPr/>
            <p:nvPr/>
          </p:nvSpPr>
          <p:spPr>
            <a:xfrm>
              <a:off x="-213480" y="17136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 name="Google Shape;638;p16"/>
            <p:cNvSpPr/>
            <p:nvPr/>
          </p:nvSpPr>
          <p:spPr>
            <a:xfrm>
              <a:off x="-125280" y="27108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84" name="Google Shape;639;p16"/>
          <p:cNvGrpSpPr/>
          <p:nvPr/>
        </p:nvGrpSpPr>
        <p:grpSpPr>
          <a:xfrm>
            <a:off x="-1262520" y="3161160"/>
            <a:ext cx="4821840" cy="2934000"/>
            <a:chOff x="-1262520" y="3161160"/>
            <a:chExt cx="4821840" cy="2934000"/>
          </a:xfrm>
        </p:grpSpPr>
        <p:pic>
          <p:nvPicPr>
            <p:cNvPr id="285" name="Google Shape;640;p16"/>
            <p:cNvPicPr/>
            <p:nvPr/>
          </p:nvPicPr>
          <p:blipFill>
            <a:blip r:embed="rId2"/>
            <a:srcRect l="16959" t="24713" r="7122" b="26173"/>
            <a:stretch/>
          </p:blipFill>
          <p:spPr>
            <a:xfrm rot="5400000">
              <a:off x="-1609920" y="3508560"/>
              <a:ext cx="2934000" cy="2239200"/>
            </a:xfrm>
            <a:prstGeom prst="rect">
              <a:avLst/>
            </a:prstGeom>
            <a:noFill/>
            <a:ln w="0">
              <a:noFill/>
            </a:ln>
          </p:spPr>
        </p:pic>
        <p:sp>
          <p:nvSpPr>
            <p:cNvPr id="286" name="Google Shape;641;p16"/>
            <p:cNvSpPr/>
            <p:nvPr/>
          </p:nvSpPr>
          <p:spPr>
            <a:xfrm rot="16200000">
              <a:off x="-260280" y="359676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7" name="Google Shape;642;p16"/>
            <p:cNvGrpSpPr/>
            <p:nvPr/>
          </p:nvGrpSpPr>
          <p:grpSpPr>
            <a:xfrm>
              <a:off x="-16920" y="4609080"/>
              <a:ext cx="604080" cy="656640"/>
              <a:chOff x="-16920" y="4609080"/>
              <a:chExt cx="604080" cy="656640"/>
            </a:xfrm>
          </p:grpSpPr>
          <p:grpSp>
            <p:nvGrpSpPr>
              <p:cNvPr id="288" name="Google Shape;643;p16"/>
              <p:cNvGrpSpPr/>
              <p:nvPr/>
            </p:nvGrpSpPr>
            <p:grpSpPr>
              <a:xfrm>
                <a:off x="-16920" y="4609080"/>
                <a:ext cx="327960" cy="327960"/>
                <a:chOff x="-16920" y="4609080"/>
                <a:chExt cx="327960" cy="327960"/>
              </a:xfrm>
            </p:grpSpPr>
            <p:sp>
              <p:nvSpPr>
                <p:cNvPr id="289" name="Google Shape;644;p16"/>
                <p:cNvSpPr/>
                <p:nvPr/>
              </p:nvSpPr>
              <p:spPr>
                <a:xfrm rot="10800000">
                  <a:off x="19548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 name="Google Shape;645;p16"/>
                <p:cNvSpPr/>
                <p:nvPr/>
              </p:nvSpPr>
              <p:spPr>
                <a:xfrm rot="10800000">
                  <a:off x="16020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1" name="Google Shape;646;p16"/>
                <p:cNvSpPr/>
                <p:nvPr/>
              </p:nvSpPr>
              <p:spPr>
                <a:xfrm rot="10800000">
                  <a:off x="12456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 name="Google Shape;647;p16"/>
                <p:cNvSpPr/>
                <p:nvPr/>
              </p:nvSpPr>
              <p:spPr>
                <a:xfrm rot="10800000">
                  <a:off x="8928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 name="Google Shape;648;p16"/>
                <p:cNvSpPr/>
                <p:nvPr/>
              </p:nvSpPr>
              <p:spPr>
                <a:xfrm rot="10800000">
                  <a:off x="5400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 name="Google Shape;649;p16"/>
                <p:cNvSpPr/>
                <p:nvPr/>
              </p:nvSpPr>
              <p:spPr>
                <a:xfrm rot="10800000">
                  <a:off x="1836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650;p16"/>
                <p:cNvSpPr/>
                <p:nvPr/>
              </p:nvSpPr>
              <p:spPr>
                <a:xfrm rot="10800000">
                  <a:off x="-1692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96" name="Google Shape;651;p16"/>
              <p:cNvGrpSpPr/>
              <p:nvPr/>
            </p:nvGrpSpPr>
            <p:grpSpPr>
              <a:xfrm>
                <a:off x="258840" y="4609080"/>
                <a:ext cx="328320" cy="327960"/>
                <a:chOff x="258840" y="4609080"/>
                <a:chExt cx="328320" cy="327960"/>
              </a:xfrm>
            </p:grpSpPr>
            <p:sp>
              <p:nvSpPr>
                <p:cNvPr id="297" name="Google Shape;652;p16"/>
                <p:cNvSpPr/>
                <p:nvPr/>
              </p:nvSpPr>
              <p:spPr>
                <a:xfrm rot="10800000">
                  <a:off x="47160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8" name="Google Shape;653;p16"/>
                <p:cNvSpPr/>
                <p:nvPr/>
              </p:nvSpPr>
              <p:spPr>
                <a:xfrm rot="10800000">
                  <a:off x="43632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9" name="Google Shape;654;p16"/>
                <p:cNvSpPr/>
                <p:nvPr/>
              </p:nvSpPr>
              <p:spPr>
                <a:xfrm rot="10800000">
                  <a:off x="40068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0" name="Google Shape;655;p16"/>
                <p:cNvSpPr/>
                <p:nvPr/>
              </p:nvSpPr>
              <p:spPr>
                <a:xfrm rot="10800000">
                  <a:off x="36540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1" name="Google Shape;656;p16"/>
                <p:cNvSpPr/>
                <p:nvPr/>
              </p:nvSpPr>
              <p:spPr>
                <a:xfrm rot="10800000">
                  <a:off x="32976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2" name="Google Shape;657;p16"/>
                <p:cNvSpPr/>
                <p:nvPr/>
              </p:nvSpPr>
              <p:spPr>
                <a:xfrm rot="10800000">
                  <a:off x="29448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3" name="Google Shape;658;p16"/>
                <p:cNvSpPr/>
                <p:nvPr/>
              </p:nvSpPr>
              <p:spPr>
                <a:xfrm rot="10800000">
                  <a:off x="25884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4" name="Google Shape;659;p16"/>
              <p:cNvGrpSpPr/>
              <p:nvPr/>
            </p:nvGrpSpPr>
            <p:grpSpPr>
              <a:xfrm>
                <a:off x="206640" y="4937400"/>
                <a:ext cx="327960" cy="328320"/>
                <a:chOff x="206640" y="4937400"/>
                <a:chExt cx="327960" cy="328320"/>
              </a:xfrm>
            </p:grpSpPr>
            <p:sp>
              <p:nvSpPr>
                <p:cNvPr id="305" name="Google Shape;660;p16"/>
                <p:cNvSpPr/>
                <p:nvPr/>
              </p:nvSpPr>
              <p:spPr>
                <a:xfrm rot="10800000">
                  <a:off x="419040" y="51501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6" name="Google Shape;661;p16"/>
                <p:cNvSpPr/>
                <p:nvPr/>
              </p:nvSpPr>
              <p:spPr>
                <a:xfrm rot="10800000">
                  <a:off x="383760" y="51148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662;p16"/>
                <p:cNvSpPr/>
                <p:nvPr/>
              </p:nvSpPr>
              <p:spPr>
                <a:xfrm rot="10800000">
                  <a:off x="348480" y="50792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8" name="Google Shape;663;p16"/>
                <p:cNvSpPr/>
                <p:nvPr/>
              </p:nvSpPr>
              <p:spPr>
                <a:xfrm rot="10800000">
                  <a:off x="312840" y="504396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664;p16"/>
                <p:cNvSpPr/>
                <p:nvPr/>
              </p:nvSpPr>
              <p:spPr>
                <a:xfrm rot="10800000">
                  <a:off x="277560" y="500832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665;p16"/>
                <p:cNvSpPr/>
                <p:nvPr/>
              </p:nvSpPr>
              <p:spPr>
                <a:xfrm rot="10800000">
                  <a:off x="242280" y="497304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666;p16"/>
                <p:cNvSpPr/>
                <p:nvPr/>
              </p:nvSpPr>
              <p:spPr>
                <a:xfrm rot="10800000">
                  <a:off x="206640" y="49374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12" name="Google Shape;667;p16"/>
            <p:cNvGrpSpPr/>
            <p:nvPr/>
          </p:nvGrpSpPr>
          <p:grpSpPr>
            <a:xfrm>
              <a:off x="-999000" y="4796640"/>
              <a:ext cx="4558320" cy="133920"/>
              <a:chOff x="-999000" y="4796640"/>
              <a:chExt cx="4558320" cy="133920"/>
            </a:xfrm>
          </p:grpSpPr>
          <p:sp>
            <p:nvSpPr>
              <p:cNvPr id="313" name="Google Shape;668;p16"/>
              <p:cNvSpPr/>
              <p:nvPr/>
            </p:nvSpPr>
            <p:spPr>
              <a:xfrm>
                <a:off x="3425400" y="47966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14" name="Google Shape;669;p16"/>
              <p:cNvCxnSpPr/>
              <p:nvPr/>
            </p:nvCxnSpPr>
            <p:spPr>
              <a:xfrm>
                <a:off x="-999000" y="4863600"/>
                <a:ext cx="4462560" cy="360"/>
              </a:xfrm>
              <a:prstGeom prst="straightConnector1">
                <a:avLst/>
              </a:prstGeom>
              <a:ln w="9525">
                <a:solidFill>
                  <a:srgbClr val="0C0A9E"/>
                </a:solidFill>
                <a:round/>
              </a:ln>
            </p:spPr>
          </p:cxnSp>
          <p:sp>
            <p:nvSpPr>
              <p:cNvPr id="315" name="Google Shape;670;p16"/>
              <p:cNvSpPr/>
              <p:nvPr/>
            </p:nvSpPr>
            <p:spPr>
              <a:xfrm>
                <a:off x="3455640" y="48265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_1_1">
    <p:bg>
      <p:bgPr>
        <a:solidFill>
          <a:schemeClr val="lt1"/>
        </a:solidFill>
        <a:effectLst/>
      </p:bgPr>
    </p:bg>
    <p:spTree>
      <p:nvGrpSpPr>
        <p:cNvPr id="1" name=""/>
        <p:cNvGrpSpPr/>
        <p:nvPr/>
      </p:nvGrpSpPr>
      <p:grpSpPr>
        <a:xfrm>
          <a:off x="0" y="0"/>
          <a:ext cx="0" cy="0"/>
          <a:chOff x="0" y="0"/>
          <a:chExt cx="0" cy="0"/>
        </a:xfrm>
      </p:grpSpPr>
      <p:grpSp>
        <p:nvGrpSpPr>
          <p:cNvPr id="558" name="Google Shape;877;p22"/>
          <p:cNvGrpSpPr/>
          <p:nvPr/>
        </p:nvGrpSpPr>
        <p:grpSpPr>
          <a:xfrm>
            <a:off x="4845240" y="2444760"/>
            <a:ext cx="4759200" cy="4752720"/>
            <a:chOff x="4845240" y="2444760"/>
            <a:chExt cx="4759200" cy="4752720"/>
          </a:xfrm>
        </p:grpSpPr>
        <p:pic>
          <p:nvPicPr>
            <p:cNvPr id="559" name="Google Shape;878;p22"/>
            <p:cNvPicPr/>
            <p:nvPr/>
          </p:nvPicPr>
          <p:blipFill>
            <a:blip r:embed="rId2"/>
            <a:srcRect l="16959" t="24713" r="7122" b="26173"/>
            <a:stretch/>
          </p:blipFill>
          <p:spPr>
            <a:xfrm flipH="1">
              <a:off x="5988960" y="3542040"/>
              <a:ext cx="3615480" cy="2759400"/>
            </a:xfrm>
            <a:prstGeom prst="rect">
              <a:avLst/>
            </a:prstGeom>
            <a:noFill/>
            <a:ln w="0">
              <a:noFill/>
            </a:ln>
          </p:spPr>
        </p:pic>
        <p:grpSp>
          <p:nvGrpSpPr>
            <p:cNvPr id="560" name="Google Shape;879;p22"/>
            <p:cNvGrpSpPr/>
            <p:nvPr/>
          </p:nvGrpSpPr>
          <p:grpSpPr>
            <a:xfrm>
              <a:off x="4845240" y="2444760"/>
              <a:ext cx="4759200" cy="4752720"/>
              <a:chOff x="4845240" y="2444760"/>
              <a:chExt cx="4759200" cy="4752720"/>
            </a:xfrm>
          </p:grpSpPr>
          <p:grpSp>
            <p:nvGrpSpPr>
              <p:cNvPr id="561" name="Google Shape;880;p22"/>
              <p:cNvGrpSpPr/>
              <p:nvPr/>
            </p:nvGrpSpPr>
            <p:grpSpPr>
              <a:xfrm>
                <a:off x="8521560" y="3363480"/>
                <a:ext cx="237600" cy="2083680"/>
                <a:chOff x="8521560" y="3363480"/>
                <a:chExt cx="237600" cy="2083680"/>
              </a:xfrm>
            </p:grpSpPr>
            <p:sp>
              <p:nvSpPr>
                <p:cNvPr id="562" name="Google Shape;881;p22"/>
                <p:cNvSpPr/>
                <p:nvPr/>
              </p:nvSpPr>
              <p:spPr>
                <a:xfrm rot="10800000">
                  <a:off x="8745120" y="336348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882;p22"/>
                <p:cNvSpPr/>
                <p:nvPr/>
              </p:nvSpPr>
              <p:spPr>
                <a:xfrm rot="10800000">
                  <a:off x="8521560" y="336348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4" name="Google Shape;883;p22"/>
              <p:cNvGrpSpPr/>
              <p:nvPr/>
            </p:nvGrpSpPr>
            <p:grpSpPr>
              <a:xfrm>
                <a:off x="4845240" y="2444760"/>
                <a:ext cx="4479480" cy="4752720"/>
                <a:chOff x="4845240" y="2444760"/>
                <a:chExt cx="4479480" cy="4752720"/>
              </a:xfrm>
            </p:grpSpPr>
            <p:sp>
              <p:nvSpPr>
                <p:cNvPr id="565" name="Google Shape;884;p22"/>
                <p:cNvSpPr/>
                <p:nvPr/>
              </p:nvSpPr>
              <p:spPr>
                <a:xfrm rot="2700000">
                  <a:off x="5635440" y="2966040"/>
                  <a:ext cx="2898720" cy="3436200"/>
                </a:xfrm>
                <a:custGeom>
                  <a:avLst/>
                  <a:gdLst>
                    <a:gd name="textAreaLeft" fmla="*/ 0 w 2898720"/>
                    <a:gd name="textAreaRight" fmla="*/ 2899080 w 2898720"/>
                    <a:gd name="textAreaTop" fmla="*/ 0 h 3436200"/>
                    <a:gd name="textAreaBottom" fmla="*/ 3436560 h 343620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6" name="Google Shape;885;p22"/>
                <p:cNvSpPr/>
                <p:nvPr/>
              </p:nvSpPr>
              <p:spPr>
                <a:xfrm rot="2700000">
                  <a:off x="6684120" y="3348000"/>
                  <a:ext cx="2116440" cy="2212200"/>
                </a:xfrm>
                <a:custGeom>
                  <a:avLst/>
                  <a:gdLst>
                    <a:gd name="textAreaLeft" fmla="*/ 0 w 2116440"/>
                    <a:gd name="textAreaRight" fmla="*/ 2116800 w 2116440"/>
                    <a:gd name="textAreaTop" fmla="*/ 0 h 2212200"/>
                    <a:gd name="textAreaBottom" fmla="*/ 2212560 h 22122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886;p22"/>
                <p:cNvSpPr/>
                <p:nvPr/>
              </p:nvSpPr>
              <p:spPr>
                <a:xfrm rot="2700000">
                  <a:off x="6005520" y="3229200"/>
                  <a:ext cx="2281320" cy="3704040"/>
                </a:xfrm>
                <a:custGeom>
                  <a:avLst/>
                  <a:gdLst>
                    <a:gd name="textAreaLeft" fmla="*/ 0 w 2281320"/>
                    <a:gd name="textAreaRight" fmla="*/ 2281680 w 2281320"/>
                    <a:gd name="textAreaTop" fmla="*/ 0 h 3704040"/>
                    <a:gd name="textAreaBottom" fmla="*/ 3704400 h 37040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8" name="Google Shape;887;p22"/>
              <p:cNvGrpSpPr/>
              <p:nvPr/>
            </p:nvGrpSpPr>
            <p:grpSpPr>
              <a:xfrm>
                <a:off x="8240760" y="4132440"/>
                <a:ext cx="798840" cy="546120"/>
                <a:chOff x="8240760" y="4132440"/>
                <a:chExt cx="798840" cy="546120"/>
              </a:xfrm>
            </p:grpSpPr>
            <p:grpSp>
              <p:nvGrpSpPr>
                <p:cNvPr id="569" name="Google Shape;888;p22"/>
                <p:cNvGrpSpPr/>
                <p:nvPr/>
              </p:nvGrpSpPr>
              <p:grpSpPr>
                <a:xfrm>
                  <a:off x="8493480" y="4132440"/>
                  <a:ext cx="546120" cy="546120"/>
                  <a:chOff x="8493480" y="4132440"/>
                  <a:chExt cx="546120" cy="546120"/>
                </a:xfrm>
              </p:grpSpPr>
              <p:sp>
                <p:nvSpPr>
                  <p:cNvPr id="570" name="Google Shape;889;p22"/>
                  <p:cNvSpPr/>
                  <p:nvPr/>
                </p:nvSpPr>
                <p:spPr>
                  <a:xfrm rot="13500000">
                    <a:off x="8569080" y="421668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1" name="Google Shape;890;p22"/>
                  <p:cNvGrpSpPr/>
                  <p:nvPr/>
                </p:nvGrpSpPr>
                <p:grpSpPr>
                  <a:xfrm>
                    <a:off x="8546040" y="4307760"/>
                    <a:ext cx="442440" cy="255600"/>
                    <a:chOff x="8546040" y="4307760"/>
                    <a:chExt cx="442440" cy="255600"/>
                  </a:xfrm>
                </p:grpSpPr>
                <p:sp>
                  <p:nvSpPr>
                    <p:cNvPr id="572" name="Google Shape;891;p22"/>
                    <p:cNvSpPr/>
                    <p:nvPr/>
                  </p:nvSpPr>
                  <p:spPr>
                    <a:xfrm rot="13500000">
                      <a:off x="8770680" y="434556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892;p22"/>
                    <p:cNvSpPr/>
                    <p:nvPr/>
                  </p:nvSpPr>
                  <p:spPr>
                    <a:xfrm rot="13500000">
                      <a:off x="8723880" y="434520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4" name="Google Shape;893;p22"/>
                    <p:cNvSpPr/>
                    <p:nvPr/>
                  </p:nvSpPr>
                  <p:spPr>
                    <a:xfrm rot="13500000">
                      <a:off x="8677080" y="434556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5" name="Google Shape;894;p22"/>
                    <p:cNvSpPr/>
                    <p:nvPr/>
                  </p:nvSpPr>
                  <p:spPr>
                    <a:xfrm rot="13500000">
                      <a:off x="8630280" y="434556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6" name="Google Shape;895;p22"/>
                    <p:cNvSpPr/>
                    <p:nvPr/>
                  </p:nvSpPr>
                  <p:spPr>
                    <a:xfrm rot="13500000">
                      <a:off x="8583120" y="434520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77" name="Google Shape;896;p22"/>
                <p:cNvSpPr/>
                <p:nvPr/>
              </p:nvSpPr>
              <p:spPr>
                <a:xfrm rot="8100000">
                  <a:off x="8290440" y="429300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8" name="Google Shape;897;p22"/>
              <p:cNvGrpSpPr/>
              <p:nvPr/>
            </p:nvGrpSpPr>
            <p:grpSpPr>
              <a:xfrm>
                <a:off x="7272000" y="4925520"/>
                <a:ext cx="676080" cy="462240"/>
                <a:chOff x="7272000" y="4925520"/>
                <a:chExt cx="676080" cy="462240"/>
              </a:xfrm>
            </p:grpSpPr>
            <p:grpSp>
              <p:nvGrpSpPr>
                <p:cNvPr id="579" name="Google Shape;898;p22"/>
                <p:cNvGrpSpPr/>
                <p:nvPr/>
              </p:nvGrpSpPr>
              <p:grpSpPr>
                <a:xfrm>
                  <a:off x="7485840" y="4925520"/>
                  <a:ext cx="462240" cy="462240"/>
                  <a:chOff x="7485840" y="4925520"/>
                  <a:chExt cx="462240" cy="462240"/>
                </a:xfrm>
              </p:grpSpPr>
              <p:sp>
                <p:nvSpPr>
                  <p:cNvPr id="580" name="Google Shape;899;p22"/>
                  <p:cNvSpPr/>
                  <p:nvPr/>
                </p:nvSpPr>
                <p:spPr>
                  <a:xfrm rot="13500000">
                    <a:off x="7549560" y="4996440"/>
                    <a:ext cx="334080" cy="319680"/>
                  </a:xfrm>
                  <a:custGeom>
                    <a:avLst/>
                    <a:gdLst>
                      <a:gd name="textAreaLeft" fmla="*/ 0 w 334080"/>
                      <a:gd name="textAreaRight" fmla="*/ 334440 w 334080"/>
                      <a:gd name="textAreaTop" fmla="*/ 0 h 319680"/>
                      <a:gd name="textAreaBottom" fmla="*/ 320040 h 3196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81" name="Google Shape;900;p22"/>
                  <p:cNvGrpSpPr/>
                  <p:nvPr/>
                </p:nvGrpSpPr>
                <p:grpSpPr>
                  <a:xfrm>
                    <a:off x="7530480" y="5074200"/>
                    <a:ext cx="374760" cy="216000"/>
                    <a:chOff x="7530480" y="5074200"/>
                    <a:chExt cx="374760" cy="216000"/>
                  </a:xfrm>
                </p:grpSpPr>
                <p:sp>
                  <p:nvSpPr>
                    <p:cNvPr id="582" name="Google Shape;901;p22"/>
                    <p:cNvSpPr/>
                    <p:nvPr/>
                  </p:nvSpPr>
                  <p:spPr>
                    <a:xfrm rot="13500000">
                      <a:off x="772092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3" name="Google Shape;902;p22"/>
                    <p:cNvSpPr/>
                    <p:nvPr/>
                  </p:nvSpPr>
                  <p:spPr>
                    <a:xfrm rot="13500000">
                      <a:off x="76809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4" name="Google Shape;903;p22"/>
                    <p:cNvSpPr/>
                    <p:nvPr/>
                  </p:nvSpPr>
                  <p:spPr>
                    <a:xfrm rot="13500000">
                      <a:off x="76413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5" name="Google Shape;904;p22"/>
                    <p:cNvSpPr/>
                    <p:nvPr/>
                  </p:nvSpPr>
                  <p:spPr>
                    <a:xfrm rot="13500000">
                      <a:off x="76017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6" name="Google Shape;905;p22"/>
                    <p:cNvSpPr/>
                    <p:nvPr/>
                  </p:nvSpPr>
                  <p:spPr>
                    <a:xfrm rot="13500000">
                      <a:off x="75621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87" name="Google Shape;906;p22"/>
                <p:cNvSpPr/>
                <p:nvPr/>
              </p:nvSpPr>
              <p:spPr>
                <a:xfrm rot="8100000">
                  <a:off x="7314120" y="5061600"/>
                  <a:ext cx="313920" cy="249120"/>
                </a:xfrm>
                <a:custGeom>
                  <a:avLst/>
                  <a:gdLst>
                    <a:gd name="textAreaLeft" fmla="*/ 0 w 313920"/>
                    <a:gd name="textAreaRight" fmla="*/ 314280 w 313920"/>
                    <a:gd name="textAreaTop" fmla="*/ 0 h 249120"/>
                    <a:gd name="textAreaBottom" fmla="*/ 249480 h 24912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88" name="Google Shape;907;p22"/>
              <p:cNvGrpSpPr/>
              <p:nvPr/>
            </p:nvGrpSpPr>
            <p:grpSpPr>
              <a:xfrm>
                <a:off x="7736400" y="4883760"/>
                <a:ext cx="798840" cy="546120"/>
                <a:chOff x="7736400" y="4883760"/>
                <a:chExt cx="798840" cy="546120"/>
              </a:xfrm>
            </p:grpSpPr>
            <p:grpSp>
              <p:nvGrpSpPr>
                <p:cNvPr id="589" name="Google Shape;908;p22"/>
                <p:cNvGrpSpPr/>
                <p:nvPr/>
              </p:nvGrpSpPr>
              <p:grpSpPr>
                <a:xfrm>
                  <a:off x="7989120" y="4883760"/>
                  <a:ext cx="546120" cy="546120"/>
                  <a:chOff x="7989120" y="4883760"/>
                  <a:chExt cx="546120" cy="546120"/>
                </a:xfrm>
              </p:grpSpPr>
              <p:sp>
                <p:nvSpPr>
                  <p:cNvPr id="590" name="Google Shape;909;p22"/>
                  <p:cNvSpPr/>
                  <p:nvPr/>
                </p:nvSpPr>
                <p:spPr>
                  <a:xfrm rot="13500000">
                    <a:off x="8064720" y="496800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91" name="Google Shape;910;p22"/>
                  <p:cNvGrpSpPr/>
                  <p:nvPr/>
                </p:nvGrpSpPr>
                <p:grpSpPr>
                  <a:xfrm>
                    <a:off x="8041680" y="5059080"/>
                    <a:ext cx="442440" cy="255600"/>
                    <a:chOff x="8041680" y="5059080"/>
                    <a:chExt cx="442440" cy="255600"/>
                  </a:xfrm>
                </p:grpSpPr>
                <p:sp>
                  <p:nvSpPr>
                    <p:cNvPr id="592" name="Google Shape;911;p22"/>
                    <p:cNvSpPr/>
                    <p:nvPr/>
                  </p:nvSpPr>
                  <p:spPr>
                    <a:xfrm rot="13500000">
                      <a:off x="8266320" y="509688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3" name="Google Shape;912;p22"/>
                    <p:cNvSpPr/>
                    <p:nvPr/>
                  </p:nvSpPr>
                  <p:spPr>
                    <a:xfrm rot="13500000">
                      <a:off x="8219520" y="50965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4" name="Google Shape;913;p22"/>
                    <p:cNvSpPr/>
                    <p:nvPr/>
                  </p:nvSpPr>
                  <p:spPr>
                    <a:xfrm rot="13500000">
                      <a:off x="8172720" y="509688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5" name="Google Shape;914;p22"/>
                    <p:cNvSpPr/>
                    <p:nvPr/>
                  </p:nvSpPr>
                  <p:spPr>
                    <a:xfrm rot="13500000">
                      <a:off x="8125920" y="509688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6" name="Google Shape;915;p22"/>
                    <p:cNvSpPr/>
                    <p:nvPr/>
                  </p:nvSpPr>
                  <p:spPr>
                    <a:xfrm rot="13500000">
                      <a:off x="8078760" y="50965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97" name="Google Shape;916;p22"/>
                <p:cNvSpPr/>
                <p:nvPr/>
              </p:nvSpPr>
              <p:spPr>
                <a:xfrm rot="8100000">
                  <a:off x="7786080" y="504432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98" name="Google Shape;917;p22"/>
              <p:cNvGrpSpPr/>
              <p:nvPr/>
            </p:nvGrpSpPr>
            <p:grpSpPr>
              <a:xfrm>
                <a:off x="7615800" y="4205160"/>
                <a:ext cx="1988640" cy="1470960"/>
                <a:chOff x="7615800" y="4205160"/>
                <a:chExt cx="1988640" cy="1470960"/>
              </a:xfrm>
            </p:grpSpPr>
            <p:sp>
              <p:nvSpPr>
                <p:cNvPr id="599" name="Google Shape;918;p22"/>
                <p:cNvSpPr/>
                <p:nvPr/>
              </p:nvSpPr>
              <p:spPr>
                <a:xfrm rot="13500000">
                  <a:off x="7819560" y="443160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0" name="Google Shape;919;p22"/>
                <p:cNvSpPr/>
                <p:nvPr/>
              </p:nvSpPr>
              <p:spPr>
                <a:xfrm rot="13500000">
                  <a:off x="8337240" y="443160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01" name="Google Shape;920;p22"/>
            <p:cNvGrpSpPr/>
            <p:nvPr/>
          </p:nvGrpSpPr>
          <p:grpSpPr>
            <a:xfrm>
              <a:off x="5653800" y="5133600"/>
              <a:ext cx="438840" cy="438840"/>
              <a:chOff x="5653800" y="5133600"/>
              <a:chExt cx="438840" cy="438840"/>
            </a:xfrm>
          </p:grpSpPr>
          <p:sp>
            <p:nvSpPr>
              <p:cNvPr id="602" name="Google Shape;921;p22"/>
              <p:cNvSpPr/>
              <p:nvPr/>
            </p:nvSpPr>
            <p:spPr>
              <a:xfrm>
                <a:off x="5653800" y="513360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3" name="Google Shape;922;p22"/>
              <p:cNvSpPr/>
              <p:nvPr/>
            </p:nvSpPr>
            <p:spPr>
              <a:xfrm>
                <a:off x="5742360" y="523368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0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05" name="PlaceHolder 2"/>
          <p:cNvSpPr>
            <a:spLocks noGrp="1"/>
          </p:cNvSpPr>
          <p:nvPr>
            <p:ph type="body"/>
          </p:nvPr>
        </p:nvSpPr>
        <p:spPr>
          <a:xfrm>
            <a:off x="720000" y="1139400"/>
            <a:ext cx="4290480" cy="34311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606" name="PlaceHolder 3"/>
          <p:cNvSpPr>
            <a:spLocks noGrp="1"/>
          </p:cNvSpPr>
          <p:nvPr>
            <p:ph type="body"/>
          </p:nvPr>
        </p:nvSpPr>
        <p:spPr>
          <a:xfrm>
            <a:off x="5249160" y="1139400"/>
            <a:ext cx="3174480" cy="34311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607" name="Google Shape;926;p22"/>
          <p:cNvGrpSpPr/>
          <p:nvPr/>
        </p:nvGrpSpPr>
        <p:grpSpPr>
          <a:xfrm>
            <a:off x="-913680" y="-2334600"/>
            <a:ext cx="4759560" cy="4753080"/>
            <a:chOff x="-913680" y="-2334600"/>
            <a:chExt cx="4759560" cy="4753080"/>
          </a:xfrm>
        </p:grpSpPr>
        <p:grpSp>
          <p:nvGrpSpPr>
            <p:cNvPr id="608" name="Google Shape;927;p22"/>
            <p:cNvGrpSpPr/>
            <p:nvPr/>
          </p:nvGrpSpPr>
          <p:grpSpPr>
            <a:xfrm>
              <a:off x="-913680" y="-812880"/>
              <a:ext cx="1988280" cy="1470960"/>
              <a:chOff x="-913680" y="-812880"/>
              <a:chExt cx="1988280" cy="1470960"/>
            </a:xfrm>
          </p:grpSpPr>
          <p:sp>
            <p:nvSpPr>
              <p:cNvPr id="609" name="Google Shape;928;p22"/>
              <p:cNvSpPr/>
              <p:nvPr/>
            </p:nvSpPr>
            <p:spPr>
              <a:xfrm rot="2700000">
                <a:off x="-191880" y="-58608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0" name="Google Shape;929;p22"/>
              <p:cNvSpPr/>
              <p:nvPr/>
            </p:nvSpPr>
            <p:spPr>
              <a:xfrm rot="2700000">
                <a:off x="-709200" y="-58608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11" name="Google Shape;930;p22"/>
            <p:cNvGrpSpPr/>
            <p:nvPr/>
          </p:nvGrpSpPr>
          <p:grpSpPr>
            <a:xfrm>
              <a:off x="-633960" y="-2334600"/>
              <a:ext cx="4479840" cy="4753080"/>
              <a:chOff x="-633960" y="-2334600"/>
              <a:chExt cx="4479840" cy="4753080"/>
            </a:xfrm>
          </p:grpSpPr>
          <p:sp>
            <p:nvSpPr>
              <p:cNvPr id="612" name="Google Shape;931;p22"/>
              <p:cNvSpPr/>
              <p:nvPr/>
            </p:nvSpPr>
            <p:spPr>
              <a:xfrm rot="13500000">
                <a:off x="156600" y="-1539360"/>
                <a:ext cx="2898720" cy="3436560"/>
              </a:xfrm>
              <a:custGeom>
                <a:avLst/>
                <a:gdLst>
                  <a:gd name="textAreaLeft" fmla="*/ 0 w 2898720"/>
                  <a:gd name="textAreaRight" fmla="*/ 2899080 w 2898720"/>
                  <a:gd name="textAreaTop" fmla="*/ 0 h 3436560"/>
                  <a:gd name="textAreaBottom" fmla="*/ 3436920 h 34365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3" name="Google Shape;932;p22"/>
              <p:cNvSpPr/>
              <p:nvPr/>
            </p:nvSpPr>
            <p:spPr>
              <a:xfrm rot="13500000">
                <a:off x="-110160" y="-696960"/>
                <a:ext cx="2116440" cy="2212200"/>
              </a:xfrm>
              <a:custGeom>
                <a:avLst/>
                <a:gdLst>
                  <a:gd name="textAreaLeft" fmla="*/ 0 w 2116440"/>
                  <a:gd name="textAreaRight" fmla="*/ 2116800 w 2116440"/>
                  <a:gd name="textAreaTop" fmla="*/ 0 h 2212200"/>
                  <a:gd name="textAreaBottom" fmla="*/ 2212560 h 22122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933;p22"/>
              <p:cNvSpPr/>
              <p:nvPr/>
            </p:nvSpPr>
            <p:spPr>
              <a:xfrm rot="13500000">
                <a:off x="402840" y="-2070360"/>
                <a:ext cx="2281680" cy="3704040"/>
              </a:xfrm>
              <a:custGeom>
                <a:avLst/>
                <a:gdLst>
                  <a:gd name="textAreaLeft" fmla="*/ 0 w 2281680"/>
                  <a:gd name="textAreaRight" fmla="*/ 2282040 w 2281680"/>
                  <a:gd name="textAreaTop" fmla="*/ 0 h 3704040"/>
                  <a:gd name="textAreaBottom" fmla="*/ 3704400 h 37040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15" name="Google Shape;934;p22"/>
            <p:cNvGrpSpPr/>
            <p:nvPr/>
          </p:nvGrpSpPr>
          <p:grpSpPr>
            <a:xfrm>
              <a:off x="-348840" y="185040"/>
              <a:ext cx="798840" cy="546120"/>
              <a:chOff x="-348840" y="185040"/>
              <a:chExt cx="798840" cy="546120"/>
            </a:xfrm>
          </p:grpSpPr>
          <p:grpSp>
            <p:nvGrpSpPr>
              <p:cNvPr id="616" name="Google Shape;935;p22"/>
              <p:cNvGrpSpPr/>
              <p:nvPr/>
            </p:nvGrpSpPr>
            <p:grpSpPr>
              <a:xfrm>
                <a:off x="-348840" y="185040"/>
                <a:ext cx="546120" cy="546120"/>
                <a:chOff x="-348840" y="185040"/>
                <a:chExt cx="546120" cy="546120"/>
              </a:xfrm>
            </p:grpSpPr>
            <p:sp>
              <p:nvSpPr>
                <p:cNvPr id="617" name="Google Shape;936;p22"/>
                <p:cNvSpPr/>
                <p:nvPr/>
              </p:nvSpPr>
              <p:spPr>
                <a:xfrm rot="2700000">
                  <a:off x="-272880" y="26892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18" name="Google Shape;937;p22"/>
                <p:cNvGrpSpPr/>
                <p:nvPr/>
              </p:nvGrpSpPr>
              <p:grpSpPr>
                <a:xfrm>
                  <a:off x="-297720" y="300240"/>
                  <a:ext cx="442440" cy="255240"/>
                  <a:chOff x="-297720" y="300240"/>
                  <a:chExt cx="442440" cy="255240"/>
                </a:xfrm>
              </p:grpSpPr>
              <p:sp>
                <p:nvSpPr>
                  <p:cNvPr id="619" name="Google Shape;938;p22"/>
                  <p:cNvSpPr/>
                  <p:nvPr/>
                </p:nvSpPr>
                <p:spPr>
                  <a:xfrm rot="2700000">
                    <a:off x="-2602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0" name="Google Shape;939;p22"/>
                  <p:cNvSpPr/>
                  <p:nvPr/>
                </p:nvSpPr>
                <p:spPr>
                  <a:xfrm rot="2700000">
                    <a:off x="-2134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1" name="Google Shape;940;p22"/>
                  <p:cNvSpPr/>
                  <p:nvPr/>
                </p:nvSpPr>
                <p:spPr>
                  <a:xfrm rot="2700000">
                    <a:off x="-1666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2" name="Google Shape;941;p22"/>
                  <p:cNvSpPr/>
                  <p:nvPr/>
                </p:nvSpPr>
                <p:spPr>
                  <a:xfrm rot="2700000">
                    <a:off x="-1198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3" name="Google Shape;942;p22"/>
                  <p:cNvSpPr/>
                  <p:nvPr/>
                </p:nvSpPr>
                <p:spPr>
                  <a:xfrm rot="2700000">
                    <a:off x="-7272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24" name="Google Shape;943;p22"/>
              <p:cNvSpPr/>
              <p:nvPr/>
            </p:nvSpPr>
            <p:spPr>
              <a:xfrm rot="18900000">
                <a:off x="29160" y="27576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25" name="Google Shape;944;p22"/>
          <p:cNvGrpSpPr/>
          <p:nvPr/>
        </p:nvGrpSpPr>
        <p:grpSpPr>
          <a:xfrm>
            <a:off x="-223920" y="3297240"/>
            <a:ext cx="605160" cy="2417400"/>
            <a:chOff x="-223920" y="3297240"/>
            <a:chExt cx="605160" cy="2417400"/>
          </a:xfrm>
        </p:grpSpPr>
        <p:grpSp>
          <p:nvGrpSpPr>
            <p:cNvPr id="626" name="Google Shape;945;p22"/>
            <p:cNvGrpSpPr/>
            <p:nvPr/>
          </p:nvGrpSpPr>
          <p:grpSpPr>
            <a:xfrm>
              <a:off x="143640" y="3630960"/>
              <a:ext cx="237600" cy="2083680"/>
              <a:chOff x="143640" y="3630960"/>
              <a:chExt cx="237600" cy="2083680"/>
            </a:xfrm>
          </p:grpSpPr>
          <p:sp>
            <p:nvSpPr>
              <p:cNvPr id="627" name="Google Shape;946;p22"/>
              <p:cNvSpPr/>
              <p:nvPr/>
            </p:nvSpPr>
            <p:spPr>
              <a:xfrm>
                <a:off x="143640" y="363096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8" name="Google Shape;947;p22"/>
              <p:cNvSpPr/>
              <p:nvPr/>
            </p:nvSpPr>
            <p:spPr>
              <a:xfrm>
                <a:off x="367200" y="363096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29" name="Google Shape;948;p22"/>
            <p:cNvGrpSpPr/>
            <p:nvPr/>
          </p:nvGrpSpPr>
          <p:grpSpPr>
            <a:xfrm>
              <a:off x="-223920" y="3297240"/>
              <a:ext cx="438840" cy="438840"/>
              <a:chOff x="-223920" y="3297240"/>
              <a:chExt cx="438840" cy="438840"/>
            </a:xfrm>
          </p:grpSpPr>
          <p:sp>
            <p:nvSpPr>
              <p:cNvPr id="630" name="Google Shape;949;p22"/>
              <p:cNvSpPr/>
              <p:nvPr/>
            </p:nvSpPr>
            <p:spPr>
              <a:xfrm rot="10800000">
                <a:off x="-223920" y="32972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950;p22"/>
              <p:cNvSpPr/>
              <p:nvPr/>
            </p:nvSpPr>
            <p:spPr>
              <a:xfrm rot="10800000">
                <a:off x="-135720" y="33969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32" name="Google Shape;951;p22"/>
          <p:cNvGrpSpPr/>
          <p:nvPr/>
        </p:nvGrpSpPr>
        <p:grpSpPr>
          <a:xfrm>
            <a:off x="3585600" y="-1456560"/>
            <a:ext cx="3681000" cy="2759400"/>
            <a:chOff x="3585600" y="-1456560"/>
            <a:chExt cx="3681000" cy="2759400"/>
          </a:xfrm>
        </p:grpSpPr>
        <p:pic>
          <p:nvPicPr>
            <p:cNvPr id="633" name="Google Shape;952;p22"/>
            <p:cNvPicPr/>
            <p:nvPr/>
          </p:nvPicPr>
          <p:blipFill>
            <a:blip r:embed="rId2"/>
            <a:srcRect l="16959" t="24713" r="7122" b="26173"/>
            <a:stretch/>
          </p:blipFill>
          <p:spPr>
            <a:xfrm rot="10800000" flipH="1">
              <a:off x="3585600" y="-1456560"/>
              <a:ext cx="3615480" cy="2759400"/>
            </a:xfrm>
            <a:prstGeom prst="rect">
              <a:avLst/>
            </a:prstGeom>
            <a:noFill/>
            <a:ln w="0">
              <a:noFill/>
            </a:ln>
          </p:spPr>
        </p:pic>
        <p:grpSp>
          <p:nvGrpSpPr>
            <p:cNvPr id="634" name="Google Shape;953;p22"/>
            <p:cNvGrpSpPr/>
            <p:nvPr/>
          </p:nvGrpSpPr>
          <p:grpSpPr>
            <a:xfrm>
              <a:off x="6590520" y="-308520"/>
              <a:ext cx="676080" cy="462240"/>
              <a:chOff x="6590520" y="-308520"/>
              <a:chExt cx="676080" cy="462240"/>
            </a:xfrm>
          </p:grpSpPr>
          <p:grpSp>
            <p:nvGrpSpPr>
              <p:cNvPr id="635" name="Google Shape;954;p22"/>
              <p:cNvGrpSpPr/>
              <p:nvPr/>
            </p:nvGrpSpPr>
            <p:grpSpPr>
              <a:xfrm>
                <a:off x="6590520" y="-308520"/>
                <a:ext cx="462240" cy="462240"/>
                <a:chOff x="6590520" y="-308520"/>
                <a:chExt cx="462240" cy="462240"/>
              </a:xfrm>
            </p:grpSpPr>
            <p:sp>
              <p:nvSpPr>
                <p:cNvPr id="636" name="Google Shape;955;p22"/>
                <p:cNvSpPr/>
                <p:nvPr/>
              </p:nvSpPr>
              <p:spPr>
                <a:xfrm rot="2700000">
                  <a:off x="6654600" y="-236880"/>
                  <a:ext cx="334080" cy="319680"/>
                </a:xfrm>
                <a:custGeom>
                  <a:avLst/>
                  <a:gdLst>
                    <a:gd name="textAreaLeft" fmla="*/ 0 w 334080"/>
                    <a:gd name="textAreaRight" fmla="*/ 334440 w 334080"/>
                    <a:gd name="textAreaTop" fmla="*/ 0 h 319680"/>
                    <a:gd name="textAreaBottom" fmla="*/ 320040 h 3196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37" name="Google Shape;956;p22"/>
                <p:cNvGrpSpPr/>
                <p:nvPr/>
              </p:nvGrpSpPr>
              <p:grpSpPr>
                <a:xfrm>
                  <a:off x="6633360" y="-210960"/>
                  <a:ext cx="374760" cy="216000"/>
                  <a:chOff x="6633360" y="-210960"/>
                  <a:chExt cx="374760" cy="216000"/>
                </a:xfrm>
              </p:grpSpPr>
              <p:sp>
                <p:nvSpPr>
                  <p:cNvPr id="638" name="Google Shape;957;p22"/>
                  <p:cNvSpPr/>
                  <p:nvPr/>
                </p:nvSpPr>
                <p:spPr>
                  <a:xfrm rot="2700000">
                    <a:off x="666504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9" name="Google Shape;958;p22"/>
                  <p:cNvSpPr/>
                  <p:nvPr/>
                </p:nvSpPr>
                <p:spPr>
                  <a:xfrm rot="2700000">
                    <a:off x="67050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959;p22"/>
                  <p:cNvSpPr/>
                  <p:nvPr/>
                </p:nvSpPr>
                <p:spPr>
                  <a:xfrm rot="2700000">
                    <a:off x="67446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960;p22"/>
                  <p:cNvSpPr/>
                  <p:nvPr/>
                </p:nvSpPr>
                <p:spPr>
                  <a:xfrm rot="2700000">
                    <a:off x="67842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2" name="Google Shape;961;p22"/>
                  <p:cNvSpPr/>
                  <p:nvPr/>
                </p:nvSpPr>
                <p:spPr>
                  <a:xfrm rot="2700000">
                    <a:off x="68238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43" name="Google Shape;962;p22"/>
              <p:cNvSpPr/>
              <p:nvPr/>
            </p:nvSpPr>
            <p:spPr>
              <a:xfrm rot="18900000">
                <a:off x="6910200" y="-231480"/>
                <a:ext cx="313920" cy="249120"/>
              </a:xfrm>
              <a:custGeom>
                <a:avLst/>
                <a:gdLst>
                  <a:gd name="textAreaLeft" fmla="*/ 0 w 313920"/>
                  <a:gd name="textAreaRight" fmla="*/ 314280 w 313920"/>
                  <a:gd name="textAreaTop" fmla="*/ 0 h 249120"/>
                  <a:gd name="textAreaBottom" fmla="*/ 249480 h 24912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44" name="Google Shape;963;p22"/>
            <p:cNvGrpSpPr/>
            <p:nvPr/>
          </p:nvGrpSpPr>
          <p:grpSpPr>
            <a:xfrm>
              <a:off x="6003360" y="-350280"/>
              <a:ext cx="798840" cy="546120"/>
              <a:chOff x="6003360" y="-350280"/>
              <a:chExt cx="798840" cy="546120"/>
            </a:xfrm>
          </p:grpSpPr>
          <p:grpSp>
            <p:nvGrpSpPr>
              <p:cNvPr id="645" name="Google Shape;964;p22"/>
              <p:cNvGrpSpPr/>
              <p:nvPr/>
            </p:nvGrpSpPr>
            <p:grpSpPr>
              <a:xfrm>
                <a:off x="6003360" y="-350280"/>
                <a:ext cx="546120" cy="546120"/>
                <a:chOff x="6003360" y="-350280"/>
                <a:chExt cx="546120" cy="546120"/>
              </a:xfrm>
            </p:grpSpPr>
            <p:sp>
              <p:nvSpPr>
                <p:cNvPr id="646" name="Google Shape;965;p22"/>
                <p:cNvSpPr/>
                <p:nvPr/>
              </p:nvSpPr>
              <p:spPr>
                <a:xfrm rot="2700000">
                  <a:off x="6078960" y="-26604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47" name="Google Shape;966;p22"/>
                <p:cNvGrpSpPr/>
                <p:nvPr/>
              </p:nvGrpSpPr>
              <p:grpSpPr>
                <a:xfrm>
                  <a:off x="6054480" y="-235080"/>
                  <a:ext cx="442440" cy="255240"/>
                  <a:chOff x="6054480" y="-235080"/>
                  <a:chExt cx="442440" cy="255240"/>
                </a:xfrm>
              </p:grpSpPr>
              <p:sp>
                <p:nvSpPr>
                  <p:cNvPr id="648" name="Google Shape;967;p22"/>
                  <p:cNvSpPr/>
                  <p:nvPr/>
                </p:nvSpPr>
                <p:spPr>
                  <a:xfrm rot="2700000">
                    <a:off x="60915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9" name="Google Shape;968;p22"/>
                  <p:cNvSpPr/>
                  <p:nvPr/>
                </p:nvSpPr>
                <p:spPr>
                  <a:xfrm rot="2700000">
                    <a:off x="61383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0" name="Google Shape;969;p22"/>
                  <p:cNvSpPr/>
                  <p:nvPr/>
                </p:nvSpPr>
                <p:spPr>
                  <a:xfrm rot="2700000">
                    <a:off x="61851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1" name="Google Shape;970;p22"/>
                  <p:cNvSpPr/>
                  <p:nvPr/>
                </p:nvSpPr>
                <p:spPr>
                  <a:xfrm rot="2700000">
                    <a:off x="62319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2" name="Google Shape;971;p22"/>
                  <p:cNvSpPr/>
                  <p:nvPr/>
                </p:nvSpPr>
                <p:spPr>
                  <a:xfrm rot="2700000">
                    <a:off x="627912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53" name="Google Shape;972;p22"/>
              <p:cNvSpPr/>
              <p:nvPr/>
            </p:nvSpPr>
            <p:spPr>
              <a:xfrm rot="18900000">
                <a:off x="6381360" y="-25920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grpSp>
        <p:nvGrpSpPr>
          <p:cNvPr id="725" name="Google Shape;1050;p24"/>
          <p:cNvGrpSpPr/>
          <p:nvPr/>
        </p:nvGrpSpPr>
        <p:grpSpPr>
          <a:xfrm>
            <a:off x="7059600" y="-2136600"/>
            <a:ext cx="4169520" cy="4558680"/>
            <a:chOff x="7059600" y="-2136600"/>
            <a:chExt cx="4169520" cy="4558680"/>
          </a:xfrm>
        </p:grpSpPr>
        <p:grpSp>
          <p:nvGrpSpPr>
            <p:cNvPr id="726" name="Google Shape;1051;p24"/>
            <p:cNvGrpSpPr/>
            <p:nvPr/>
          </p:nvGrpSpPr>
          <p:grpSpPr>
            <a:xfrm>
              <a:off x="7059600" y="-1244880"/>
              <a:ext cx="4169520" cy="3415680"/>
              <a:chOff x="7059600" y="-1244880"/>
              <a:chExt cx="4169520" cy="3415680"/>
            </a:xfrm>
          </p:grpSpPr>
          <p:sp>
            <p:nvSpPr>
              <p:cNvPr id="727" name="Google Shape;1052;p24"/>
              <p:cNvSpPr/>
              <p:nvPr/>
            </p:nvSpPr>
            <p:spPr>
              <a:xfrm rot="17491200">
                <a:off x="7940520" y="-246600"/>
                <a:ext cx="2152080" cy="1863720"/>
              </a:xfrm>
              <a:custGeom>
                <a:avLst/>
                <a:gdLst>
                  <a:gd name="textAreaLeft" fmla="*/ 0 w 2152080"/>
                  <a:gd name="textAreaRight" fmla="*/ 2152440 w 2152080"/>
                  <a:gd name="textAreaTop" fmla="*/ 0 h 1863720"/>
                  <a:gd name="textAreaBottom" fmla="*/ 1864080 h 18637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728" name="Google Shape;1053;p24"/>
              <p:cNvPicPr/>
              <p:nvPr/>
            </p:nvPicPr>
            <p:blipFill>
              <a:blip r:embed="rId2"/>
              <a:srcRect t="17653" b="17662"/>
              <a:stretch/>
            </p:blipFill>
            <p:spPr>
              <a:xfrm rot="21090600">
                <a:off x="7251840" y="-981360"/>
                <a:ext cx="3784680" cy="2888640"/>
              </a:xfrm>
              <a:prstGeom prst="rect">
                <a:avLst/>
              </a:prstGeom>
              <a:noFill/>
              <a:ln w="0">
                <a:noFill/>
              </a:ln>
            </p:spPr>
          </p:pic>
        </p:grpSp>
        <p:grpSp>
          <p:nvGrpSpPr>
            <p:cNvPr id="729" name="Google Shape;1054;p24"/>
            <p:cNvGrpSpPr/>
            <p:nvPr/>
          </p:nvGrpSpPr>
          <p:grpSpPr>
            <a:xfrm>
              <a:off x="8778240" y="-2136600"/>
              <a:ext cx="133920" cy="4558680"/>
              <a:chOff x="8778240" y="-2136600"/>
              <a:chExt cx="133920" cy="4558680"/>
            </a:xfrm>
          </p:grpSpPr>
          <p:sp>
            <p:nvSpPr>
              <p:cNvPr id="730" name="Google Shape;1055;p24"/>
              <p:cNvSpPr/>
              <p:nvPr/>
            </p:nvSpPr>
            <p:spPr>
              <a:xfrm rot="5400000">
                <a:off x="8778240" y="228816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731" name="Google Shape;1056;p24"/>
              <p:cNvCxnSpPr/>
              <p:nvPr/>
            </p:nvCxnSpPr>
            <p:spPr>
              <a:xfrm>
                <a:off x="8844840" y="-2136600"/>
                <a:ext cx="360" cy="4462920"/>
              </a:xfrm>
              <a:prstGeom prst="straightConnector1">
                <a:avLst/>
              </a:prstGeom>
              <a:ln w="9525">
                <a:solidFill>
                  <a:srgbClr val="0C0A9E"/>
                </a:solidFill>
                <a:round/>
              </a:ln>
            </p:spPr>
          </p:cxnSp>
          <p:sp>
            <p:nvSpPr>
              <p:cNvPr id="732" name="Google Shape;1057;p24"/>
              <p:cNvSpPr/>
              <p:nvPr/>
            </p:nvSpPr>
            <p:spPr>
              <a:xfrm rot="5400000">
                <a:off x="8808480" y="231804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73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734" name="Google Shape;1065;p24"/>
          <p:cNvGrpSpPr/>
          <p:nvPr/>
        </p:nvGrpSpPr>
        <p:grpSpPr>
          <a:xfrm>
            <a:off x="6067440" y="2796480"/>
            <a:ext cx="4006080" cy="4770720"/>
            <a:chOff x="6067440" y="2796480"/>
            <a:chExt cx="4006080" cy="4770720"/>
          </a:xfrm>
        </p:grpSpPr>
        <p:sp>
          <p:nvSpPr>
            <p:cNvPr id="735" name="Google Shape;1066;p24"/>
            <p:cNvSpPr/>
            <p:nvPr/>
          </p:nvSpPr>
          <p:spPr>
            <a:xfrm>
              <a:off x="6067440" y="281844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6" name="Google Shape;1067;p24"/>
            <p:cNvSpPr/>
            <p:nvPr/>
          </p:nvSpPr>
          <p:spPr>
            <a:xfrm>
              <a:off x="7026120" y="279648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37" name="Google Shape;1068;p24"/>
            <p:cNvGrpSpPr/>
            <p:nvPr/>
          </p:nvGrpSpPr>
          <p:grpSpPr>
            <a:xfrm>
              <a:off x="7673040" y="5065920"/>
              <a:ext cx="581760" cy="582120"/>
              <a:chOff x="7673040" y="5065920"/>
              <a:chExt cx="581760" cy="582120"/>
            </a:xfrm>
          </p:grpSpPr>
          <p:sp>
            <p:nvSpPr>
              <p:cNvPr id="738" name="Google Shape;1069;p24"/>
              <p:cNvSpPr/>
              <p:nvPr/>
            </p:nvSpPr>
            <p:spPr>
              <a:xfrm>
                <a:off x="7673040" y="55249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9" name="Google Shape;1070;p24"/>
              <p:cNvSpPr/>
              <p:nvPr/>
            </p:nvSpPr>
            <p:spPr>
              <a:xfrm>
                <a:off x="7749000" y="54482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0" name="Google Shape;1071;p24"/>
              <p:cNvSpPr/>
              <p:nvPr/>
            </p:nvSpPr>
            <p:spPr>
              <a:xfrm>
                <a:off x="7825680" y="53719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1" name="Google Shape;1072;p24"/>
              <p:cNvSpPr/>
              <p:nvPr/>
            </p:nvSpPr>
            <p:spPr>
              <a:xfrm>
                <a:off x="7902000" y="529560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2" name="Google Shape;1073;p24"/>
              <p:cNvSpPr/>
              <p:nvPr/>
            </p:nvSpPr>
            <p:spPr>
              <a:xfrm>
                <a:off x="7978680" y="5219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3" name="Google Shape;1074;p24"/>
              <p:cNvSpPr/>
              <p:nvPr/>
            </p:nvSpPr>
            <p:spPr>
              <a:xfrm>
                <a:off x="8055000" y="51426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075;p24"/>
              <p:cNvSpPr/>
              <p:nvPr/>
            </p:nvSpPr>
            <p:spPr>
              <a:xfrm>
                <a:off x="8131680" y="506592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45" name="Google Shape;1076;p24"/>
            <p:cNvGrpSpPr/>
            <p:nvPr/>
          </p:nvGrpSpPr>
          <p:grpSpPr>
            <a:xfrm>
              <a:off x="8637120" y="4115520"/>
              <a:ext cx="581760" cy="582120"/>
              <a:chOff x="8637120" y="4115520"/>
              <a:chExt cx="581760" cy="582120"/>
            </a:xfrm>
          </p:grpSpPr>
          <p:sp>
            <p:nvSpPr>
              <p:cNvPr id="746" name="Google Shape;1077;p24"/>
              <p:cNvSpPr/>
              <p:nvPr/>
            </p:nvSpPr>
            <p:spPr>
              <a:xfrm>
                <a:off x="8637120" y="45745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7" name="Google Shape;1078;p24"/>
              <p:cNvSpPr/>
              <p:nvPr/>
            </p:nvSpPr>
            <p:spPr>
              <a:xfrm>
                <a:off x="8713440" y="44978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8" name="Google Shape;1079;p24"/>
              <p:cNvSpPr/>
              <p:nvPr/>
            </p:nvSpPr>
            <p:spPr>
              <a:xfrm>
                <a:off x="8789760" y="4421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9" name="Google Shape;1080;p24"/>
              <p:cNvSpPr/>
              <p:nvPr/>
            </p:nvSpPr>
            <p:spPr>
              <a:xfrm>
                <a:off x="8866080" y="434520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0" name="Google Shape;1081;p24"/>
              <p:cNvSpPr/>
              <p:nvPr/>
            </p:nvSpPr>
            <p:spPr>
              <a:xfrm>
                <a:off x="8943120" y="42688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1" name="Google Shape;1082;p24"/>
              <p:cNvSpPr/>
              <p:nvPr/>
            </p:nvSpPr>
            <p:spPr>
              <a:xfrm>
                <a:off x="9019080" y="41925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2" name="Google Shape;1083;p24"/>
              <p:cNvSpPr/>
              <p:nvPr/>
            </p:nvSpPr>
            <p:spPr>
              <a:xfrm>
                <a:off x="9095760" y="411552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53" name="Google Shape;1084;p24"/>
          <p:cNvGrpSpPr/>
          <p:nvPr/>
        </p:nvGrpSpPr>
        <p:grpSpPr>
          <a:xfrm>
            <a:off x="-234720" y="3828600"/>
            <a:ext cx="5248080" cy="2991960"/>
            <a:chOff x="-234720" y="3828600"/>
            <a:chExt cx="5248080" cy="2991960"/>
          </a:xfrm>
        </p:grpSpPr>
        <p:pic>
          <p:nvPicPr>
            <p:cNvPr id="754" name="Google Shape;1085;p24"/>
            <p:cNvPicPr/>
            <p:nvPr/>
          </p:nvPicPr>
          <p:blipFill>
            <a:blip r:embed="rId3"/>
            <a:srcRect l="16959" t="24713" r="7122" b="26173"/>
            <a:stretch/>
          </p:blipFill>
          <p:spPr>
            <a:xfrm>
              <a:off x="1093320" y="3828600"/>
              <a:ext cx="3920040" cy="2991960"/>
            </a:xfrm>
            <a:prstGeom prst="rect">
              <a:avLst/>
            </a:prstGeom>
            <a:noFill/>
            <a:ln w="0">
              <a:noFill/>
            </a:ln>
          </p:spPr>
        </p:pic>
        <p:sp>
          <p:nvSpPr>
            <p:cNvPr id="755" name="Google Shape;1086;p24"/>
            <p:cNvSpPr/>
            <p:nvPr/>
          </p:nvSpPr>
          <p:spPr>
            <a:xfrm>
              <a:off x="386640" y="506556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1087;p24"/>
            <p:cNvSpPr/>
            <p:nvPr/>
          </p:nvSpPr>
          <p:spPr>
            <a:xfrm>
              <a:off x="964800" y="512208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7" name="Google Shape;1088;p24"/>
            <p:cNvSpPr/>
            <p:nvPr/>
          </p:nvSpPr>
          <p:spPr>
            <a:xfrm>
              <a:off x="843840" y="535608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8" name="Google Shape;1089;p24"/>
            <p:cNvSpPr/>
            <p:nvPr/>
          </p:nvSpPr>
          <p:spPr>
            <a:xfrm>
              <a:off x="1322280" y="500616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9" name="Google Shape;1090;p24"/>
            <p:cNvSpPr/>
            <p:nvPr/>
          </p:nvSpPr>
          <p:spPr>
            <a:xfrm rot="5400000">
              <a:off x="471240" y="35312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1000"/>
                  </a:srgbClr>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0" name="Google Shape;1091;p24"/>
            <p:cNvGrpSpPr/>
            <p:nvPr/>
          </p:nvGrpSpPr>
          <p:grpSpPr>
            <a:xfrm>
              <a:off x="759600" y="4784760"/>
              <a:ext cx="161640" cy="161640"/>
              <a:chOff x="759600" y="4784760"/>
              <a:chExt cx="161640" cy="161640"/>
            </a:xfrm>
          </p:grpSpPr>
          <p:sp>
            <p:nvSpPr>
              <p:cNvPr id="761" name="Google Shape;1092;p24"/>
              <p:cNvSpPr/>
              <p:nvPr/>
            </p:nvSpPr>
            <p:spPr>
              <a:xfrm>
                <a:off x="759600" y="478476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2" name="Google Shape;1093;p24"/>
              <p:cNvSpPr/>
              <p:nvPr/>
            </p:nvSpPr>
            <p:spPr>
              <a:xfrm>
                <a:off x="792360" y="482184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63" name="Google Shape;1094;p24"/>
            <p:cNvGrpSpPr/>
            <p:nvPr/>
          </p:nvGrpSpPr>
          <p:grpSpPr>
            <a:xfrm>
              <a:off x="2142360" y="5203440"/>
              <a:ext cx="161640" cy="161640"/>
              <a:chOff x="2142360" y="5203440"/>
              <a:chExt cx="161640" cy="161640"/>
            </a:xfrm>
          </p:grpSpPr>
          <p:sp>
            <p:nvSpPr>
              <p:cNvPr id="764" name="Google Shape;1095;p24"/>
              <p:cNvSpPr/>
              <p:nvPr/>
            </p:nvSpPr>
            <p:spPr>
              <a:xfrm rot="10800000">
                <a:off x="2142360" y="520344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1096;p24"/>
              <p:cNvSpPr/>
              <p:nvPr/>
            </p:nvSpPr>
            <p:spPr>
              <a:xfrm rot="10800000">
                <a:off x="2175120" y="523980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66" name="Google Shape;1097;p24"/>
          <p:cNvGrpSpPr/>
          <p:nvPr/>
        </p:nvGrpSpPr>
        <p:grpSpPr>
          <a:xfrm>
            <a:off x="-217080" y="-798120"/>
            <a:ext cx="1135080" cy="2584800"/>
            <a:chOff x="-217080" y="-798120"/>
            <a:chExt cx="1135080" cy="2584800"/>
          </a:xfrm>
        </p:grpSpPr>
        <p:grpSp>
          <p:nvGrpSpPr>
            <p:cNvPr id="767" name="Google Shape;1098;p24"/>
            <p:cNvGrpSpPr/>
            <p:nvPr/>
          </p:nvGrpSpPr>
          <p:grpSpPr>
            <a:xfrm>
              <a:off x="-217080" y="-798120"/>
              <a:ext cx="1135080" cy="2370240"/>
              <a:chOff x="-217080" y="-798120"/>
              <a:chExt cx="1135080" cy="2370240"/>
            </a:xfrm>
          </p:grpSpPr>
          <p:sp>
            <p:nvSpPr>
              <p:cNvPr id="768" name="Google Shape;1099;p24"/>
              <p:cNvSpPr/>
              <p:nvPr/>
            </p:nvSpPr>
            <p:spPr>
              <a:xfrm rot="10800000">
                <a:off x="-216000" y="-690120"/>
                <a:ext cx="1134360" cy="2262240"/>
              </a:xfrm>
              <a:custGeom>
                <a:avLst/>
                <a:gdLst>
                  <a:gd name="textAreaLeft" fmla="*/ 0 w 1134360"/>
                  <a:gd name="textAreaRight" fmla="*/ 1134720 w 1134360"/>
                  <a:gd name="textAreaTop" fmla="*/ 0 h 2262240"/>
                  <a:gd name="textAreaBottom" fmla="*/ 2262600 h 2262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9" name="Google Shape;1100;p24"/>
              <p:cNvSpPr/>
              <p:nvPr/>
            </p:nvSpPr>
            <p:spPr>
              <a:xfrm>
                <a:off x="-217080" y="-798120"/>
                <a:ext cx="1134360" cy="2262240"/>
              </a:xfrm>
              <a:custGeom>
                <a:avLst/>
                <a:gdLst>
                  <a:gd name="textAreaLeft" fmla="*/ 0 w 1134360"/>
                  <a:gd name="textAreaRight" fmla="*/ 1134720 w 1134360"/>
                  <a:gd name="textAreaTop" fmla="*/ 0 h 2262240"/>
                  <a:gd name="textAreaBottom" fmla="*/ 2262600 h 2262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70" name="Google Shape;1101;p24"/>
            <p:cNvSpPr/>
            <p:nvPr/>
          </p:nvSpPr>
          <p:spPr>
            <a:xfrm>
              <a:off x="-152280" y="2091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1" name="Google Shape;1102;p24"/>
            <p:cNvSpPr/>
            <p:nvPr/>
          </p:nvSpPr>
          <p:spPr>
            <a:xfrm>
              <a:off x="-21240" y="-152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72" name="Google Shape;1103;p24"/>
            <p:cNvGrpSpPr/>
            <p:nvPr/>
          </p:nvGrpSpPr>
          <p:grpSpPr>
            <a:xfrm>
              <a:off x="-191160" y="785520"/>
              <a:ext cx="352800" cy="1001160"/>
              <a:chOff x="-191160" y="785520"/>
              <a:chExt cx="352800" cy="1001160"/>
            </a:xfrm>
          </p:grpSpPr>
          <p:sp>
            <p:nvSpPr>
              <p:cNvPr id="773" name="Google Shape;1104;p24"/>
              <p:cNvSpPr/>
              <p:nvPr/>
            </p:nvSpPr>
            <p:spPr>
              <a:xfrm rot="8100000" flipV="1">
                <a:off x="-139320" y="8370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105;p24"/>
              <p:cNvSpPr/>
              <p:nvPr/>
            </p:nvSpPr>
            <p:spPr>
              <a:xfrm rot="8100000" flipV="1">
                <a:off x="-139320" y="9450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1106;p24"/>
              <p:cNvSpPr/>
              <p:nvPr/>
            </p:nvSpPr>
            <p:spPr>
              <a:xfrm rot="8100000" flipV="1">
                <a:off x="-139320" y="105336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6" name="Google Shape;1107;p24"/>
              <p:cNvSpPr/>
              <p:nvPr/>
            </p:nvSpPr>
            <p:spPr>
              <a:xfrm rot="8100000" flipV="1">
                <a:off x="-139320" y="1160640"/>
                <a:ext cx="249480" cy="249120"/>
              </a:xfrm>
              <a:custGeom>
                <a:avLst/>
                <a:gdLst>
                  <a:gd name="textAreaLeft" fmla="*/ 0 w 249480"/>
                  <a:gd name="textAreaRight" fmla="*/ 249840 w 249480"/>
                  <a:gd name="textAreaTop" fmla="*/ 360 h 249120"/>
                  <a:gd name="textAreaBottom" fmla="*/ 24984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1108;p24"/>
              <p:cNvSpPr/>
              <p:nvPr/>
            </p:nvSpPr>
            <p:spPr>
              <a:xfrm rot="8100000" flipV="1">
                <a:off x="-139320" y="126936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1109;p24"/>
              <p:cNvSpPr/>
              <p:nvPr/>
            </p:nvSpPr>
            <p:spPr>
              <a:xfrm rot="8100000" flipV="1">
                <a:off x="-138960" y="1377000"/>
                <a:ext cx="249120" cy="249120"/>
              </a:xfrm>
              <a:custGeom>
                <a:avLst/>
                <a:gdLst>
                  <a:gd name="textAreaLeft" fmla="*/ 0 w 249120"/>
                  <a:gd name="textAreaRight" fmla="*/ 249480 w 249120"/>
                  <a:gd name="textAreaTop" fmla="*/ 360 h 249120"/>
                  <a:gd name="textAreaBottom" fmla="*/ 24984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9" name="Google Shape;1110;p24"/>
              <p:cNvSpPr/>
              <p:nvPr/>
            </p:nvSpPr>
            <p:spPr>
              <a:xfrm rot="8100000" flipV="1">
                <a:off x="-139320" y="148536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78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781" name="PlaceHolder 2"/>
          <p:cNvSpPr>
            <a:spLocks noGrp="1"/>
          </p:cNvSpPr>
          <p:nvPr>
            <p:ph type="body"/>
          </p:nvPr>
        </p:nvSpPr>
        <p:spPr>
          <a:xfrm>
            <a:off x="720000" y="1236960"/>
            <a:ext cx="1981440" cy="16621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782" name="PlaceHolder 3"/>
          <p:cNvSpPr>
            <a:spLocks noGrp="1"/>
          </p:cNvSpPr>
          <p:nvPr>
            <p:ph type="body"/>
          </p:nvPr>
        </p:nvSpPr>
        <p:spPr>
          <a:xfrm>
            <a:off x="3584520" y="1236960"/>
            <a:ext cx="1981440" cy="16621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783" name="PlaceHolder 4"/>
          <p:cNvSpPr>
            <a:spLocks noGrp="1"/>
          </p:cNvSpPr>
          <p:nvPr>
            <p:ph type="body"/>
          </p:nvPr>
        </p:nvSpPr>
        <p:spPr>
          <a:xfrm>
            <a:off x="6449040" y="1236960"/>
            <a:ext cx="1981440" cy="16621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784" name="Google Shape;1122;p25"/>
          <p:cNvGrpSpPr/>
          <p:nvPr/>
        </p:nvGrpSpPr>
        <p:grpSpPr>
          <a:xfrm>
            <a:off x="-928080" y="3925800"/>
            <a:ext cx="2833560" cy="1517760"/>
            <a:chOff x="-928080" y="3925800"/>
            <a:chExt cx="2833560" cy="1517760"/>
          </a:xfrm>
        </p:grpSpPr>
        <p:grpSp>
          <p:nvGrpSpPr>
            <p:cNvPr id="785" name="Google Shape;1123;p25"/>
            <p:cNvGrpSpPr/>
            <p:nvPr/>
          </p:nvGrpSpPr>
          <p:grpSpPr>
            <a:xfrm>
              <a:off x="-878040" y="3925800"/>
              <a:ext cx="906480" cy="1517760"/>
              <a:chOff x="-878040" y="3925800"/>
              <a:chExt cx="906480" cy="1517760"/>
            </a:xfrm>
          </p:grpSpPr>
          <p:sp>
            <p:nvSpPr>
              <p:cNvPr id="786" name="Google Shape;1124;p25"/>
              <p:cNvSpPr/>
              <p:nvPr/>
            </p:nvSpPr>
            <p:spPr>
              <a:xfrm rot="5400000">
                <a:off x="-599760" y="3938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7" name="Google Shape;1125;p25"/>
              <p:cNvSpPr/>
              <p:nvPr/>
            </p:nvSpPr>
            <p:spPr>
              <a:xfrm rot="5400000">
                <a:off x="-419760" y="4511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8" name="Google Shape;1126;p25"/>
              <p:cNvSpPr/>
              <p:nvPr/>
            </p:nvSpPr>
            <p:spPr>
              <a:xfrm rot="5400000">
                <a:off x="-890280" y="43956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9" name="Google Shape;1127;p25"/>
              <p:cNvSpPr/>
              <p:nvPr/>
            </p:nvSpPr>
            <p:spPr>
              <a:xfrm rot="5400000">
                <a:off x="-540720" y="4874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90" name="Google Shape;1128;p25"/>
            <p:cNvGrpSpPr/>
            <p:nvPr/>
          </p:nvGrpSpPr>
          <p:grpSpPr>
            <a:xfrm>
              <a:off x="-927360" y="4022640"/>
              <a:ext cx="2832840" cy="1420560"/>
              <a:chOff x="-927360" y="4022640"/>
              <a:chExt cx="2832840" cy="1420560"/>
            </a:xfrm>
          </p:grpSpPr>
          <p:sp>
            <p:nvSpPr>
              <p:cNvPr id="791" name="Google Shape;1129;p25"/>
              <p:cNvSpPr/>
              <p:nvPr/>
            </p:nvSpPr>
            <p:spPr>
              <a:xfrm rot="5400000">
                <a:off x="-221040" y="331632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92" name="Google Shape;1130;p25"/>
              <p:cNvGrpSpPr/>
              <p:nvPr/>
            </p:nvGrpSpPr>
            <p:grpSpPr>
              <a:xfrm>
                <a:off x="66960" y="4569840"/>
                <a:ext cx="161640" cy="161640"/>
                <a:chOff x="66960" y="4569840"/>
                <a:chExt cx="161640" cy="161640"/>
              </a:xfrm>
            </p:grpSpPr>
            <p:sp>
              <p:nvSpPr>
                <p:cNvPr id="793" name="Google Shape;1131;p25"/>
                <p:cNvSpPr/>
                <p:nvPr/>
              </p:nvSpPr>
              <p:spPr>
                <a:xfrm>
                  <a:off x="66960" y="456984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4" name="Google Shape;1132;p25"/>
                <p:cNvSpPr/>
                <p:nvPr/>
              </p:nvSpPr>
              <p:spPr>
                <a:xfrm>
                  <a:off x="99720" y="460656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95" name="Google Shape;1133;p25"/>
              <p:cNvGrpSpPr/>
              <p:nvPr/>
            </p:nvGrpSpPr>
            <p:grpSpPr>
              <a:xfrm>
                <a:off x="1449720" y="4988520"/>
                <a:ext cx="161640" cy="161640"/>
                <a:chOff x="1449720" y="4988520"/>
                <a:chExt cx="161640" cy="161640"/>
              </a:xfrm>
            </p:grpSpPr>
            <p:sp>
              <p:nvSpPr>
                <p:cNvPr id="796" name="Google Shape;1134;p25"/>
                <p:cNvSpPr/>
                <p:nvPr/>
              </p:nvSpPr>
              <p:spPr>
                <a:xfrm rot="10800000">
                  <a:off x="1449720" y="498852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7" name="Google Shape;1135;p25"/>
                <p:cNvSpPr/>
                <p:nvPr/>
              </p:nvSpPr>
              <p:spPr>
                <a:xfrm rot="10800000">
                  <a:off x="1482480" y="50248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798" name="Google Shape;1136;p25"/>
            <p:cNvSpPr/>
            <p:nvPr/>
          </p:nvSpPr>
          <p:spPr>
            <a:xfrm rot="16200000">
              <a:off x="-15480" y="377280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99" name="Google Shape;1137;p25"/>
          <p:cNvGrpSpPr/>
          <p:nvPr/>
        </p:nvGrpSpPr>
        <p:grpSpPr>
          <a:xfrm>
            <a:off x="6400080" y="-1754280"/>
            <a:ext cx="4188600" cy="3065760"/>
            <a:chOff x="6400080" y="-1754280"/>
            <a:chExt cx="4188600" cy="3065760"/>
          </a:xfrm>
        </p:grpSpPr>
        <p:sp>
          <p:nvSpPr>
            <p:cNvPr id="800" name="Google Shape;1138;p25"/>
            <p:cNvSpPr/>
            <p:nvPr/>
          </p:nvSpPr>
          <p:spPr>
            <a:xfrm rot="16200000">
              <a:off x="7037280" y="-884160"/>
              <a:ext cx="1558440" cy="2832840"/>
            </a:xfrm>
            <a:custGeom>
              <a:avLst/>
              <a:gdLst>
                <a:gd name="textAreaLeft" fmla="*/ 0 w 1558440"/>
                <a:gd name="textAreaRight" fmla="*/ 1558800 w 155844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801" name="Google Shape;1139;p25"/>
            <p:cNvPicPr/>
            <p:nvPr/>
          </p:nvPicPr>
          <p:blipFill>
            <a:blip r:embed="rId2"/>
            <a:srcRect l="16959" t="24713" r="7122" b="26173"/>
            <a:stretch/>
          </p:blipFill>
          <p:spPr>
            <a:xfrm>
              <a:off x="6815880" y="-1754280"/>
              <a:ext cx="3772800" cy="2879640"/>
            </a:xfrm>
            <a:prstGeom prst="rect">
              <a:avLst/>
            </a:prstGeom>
            <a:noFill/>
            <a:ln w="0">
              <a:noFill/>
            </a:ln>
          </p:spPr>
        </p:pic>
        <p:sp>
          <p:nvSpPr>
            <p:cNvPr id="802" name="Google Shape;1140;p25"/>
            <p:cNvSpPr/>
            <p:nvPr/>
          </p:nvSpPr>
          <p:spPr>
            <a:xfrm>
              <a:off x="8521560" y="-156600"/>
              <a:ext cx="903960" cy="865440"/>
            </a:xfrm>
            <a:custGeom>
              <a:avLst/>
              <a:gdLst>
                <a:gd name="textAreaLeft" fmla="*/ 0 w 903960"/>
                <a:gd name="textAreaRight" fmla="*/ 904320 w 903960"/>
                <a:gd name="textAreaTop" fmla="*/ 0 h 865440"/>
                <a:gd name="textAreaBottom" fmla="*/ 865800 h 86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03" name="Google Shape;1141;p25"/>
            <p:cNvGrpSpPr/>
            <p:nvPr/>
          </p:nvGrpSpPr>
          <p:grpSpPr>
            <a:xfrm>
              <a:off x="8734320" y="-135360"/>
              <a:ext cx="174960" cy="823320"/>
              <a:chOff x="8734320" y="-135360"/>
              <a:chExt cx="174960" cy="823320"/>
            </a:xfrm>
          </p:grpSpPr>
          <p:sp>
            <p:nvSpPr>
              <p:cNvPr id="804" name="Google Shape;1142;p25"/>
              <p:cNvSpPr/>
              <p:nvPr/>
            </p:nvSpPr>
            <p:spPr>
              <a:xfrm rot="18900000">
                <a:off x="8759880" y="539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5" name="Google Shape;1143;p25"/>
              <p:cNvSpPr/>
              <p:nvPr/>
            </p:nvSpPr>
            <p:spPr>
              <a:xfrm rot="18900000">
                <a:off x="8759880" y="43092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6" name="Google Shape;1144;p25"/>
              <p:cNvSpPr/>
              <p:nvPr/>
            </p:nvSpPr>
            <p:spPr>
              <a:xfrm rot="18900000">
                <a:off x="8759880" y="3229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1145;p25"/>
              <p:cNvSpPr/>
              <p:nvPr/>
            </p:nvSpPr>
            <p:spPr>
              <a:xfrm rot="18900000">
                <a:off x="8759520" y="2149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8" name="Google Shape;1146;p25"/>
              <p:cNvSpPr/>
              <p:nvPr/>
            </p:nvSpPr>
            <p:spPr>
              <a:xfrm rot="18900000">
                <a:off x="8760240" y="1069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9" name="Google Shape;1147;p25"/>
              <p:cNvSpPr/>
              <p:nvPr/>
            </p:nvSpPr>
            <p:spPr>
              <a:xfrm rot="18900000">
                <a:off x="8759880" y="-10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148;p25"/>
              <p:cNvSpPr/>
              <p:nvPr/>
            </p:nvSpPr>
            <p:spPr>
              <a:xfrm rot="18900000">
                <a:off x="8759880" y="-10980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11" name="Google Shape;1149;p25"/>
            <p:cNvGrpSpPr/>
            <p:nvPr/>
          </p:nvGrpSpPr>
          <p:grpSpPr>
            <a:xfrm>
              <a:off x="8983800" y="-135360"/>
              <a:ext cx="174600" cy="823320"/>
              <a:chOff x="8983800" y="-135360"/>
              <a:chExt cx="174600" cy="823320"/>
            </a:xfrm>
          </p:grpSpPr>
          <p:sp>
            <p:nvSpPr>
              <p:cNvPr id="812" name="Google Shape;1150;p25"/>
              <p:cNvSpPr/>
              <p:nvPr/>
            </p:nvSpPr>
            <p:spPr>
              <a:xfrm rot="18900000">
                <a:off x="9009000" y="539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3" name="Google Shape;1151;p25"/>
              <p:cNvSpPr/>
              <p:nvPr/>
            </p:nvSpPr>
            <p:spPr>
              <a:xfrm rot="18900000">
                <a:off x="9009360" y="43092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4" name="Google Shape;1152;p25"/>
              <p:cNvSpPr/>
              <p:nvPr/>
            </p:nvSpPr>
            <p:spPr>
              <a:xfrm rot="18900000">
                <a:off x="9009000" y="3229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5" name="Google Shape;1153;p25"/>
              <p:cNvSpPr/>
              <p:nvPr/>
            </p:nvSpPr>
            <p:spPr>
              <a:xfrm rot="18900000">
                <a:off x="9009000" y="2149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6" name="Google Shape;1154;p25"/>
              <p:cNvSpPr/>
              <p:nvPr/>
            </p:nvSpPr>
            <p:spPr>
              <a:xfrm rot="18900000">
                <a:off x="9009360" y="1069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7" name="Google Shape;1155;p25"/>
              <p:cNvSpPr/>
              <p:nvPr/>
            </p:nvSpPr>
            <p:spPr>
              <a:xfrm rot="18900000">
                <a:off x="9009000" y="-10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8" name="Google Shape;1156;p25"/>
              <p:cNvSpPr/>
              <p:nvPr/>
            </p:nvSpPr>
            <p:spPr>
              <a:xfrm rot="18900000">
                <a:off x="9009360" y="-10980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19" name="Google Shape;1157;p25"/>
          <p:cNvGrpSpPr/>
          <p:nvPr/>
        </p:nvGrpSpPr>
        <p:grpSpPr>
          <a:xfrm>
            <a:off x="8854560" y="2261160"/>
            <a:ext cx="620640" cy="620640"/>
            <a:chOff x="8854560" y="2261160"/>
            <a:chExt cx="620640" cy="620640"/>
          </a:xfrm>
        </p:grpSpPr>
        <p:sp>
          <p:nvSpPr>
            <p:cNvPr id="820" name="Google Shape;1158;p25"/>
            <p:cNvSpPr/>
            <p:nvPr/>
          </p:nvSpPr>
          <p:spPr>
            <a:xfrm rot="2700000">
              <a:off x="8945280" y="23518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1" name="Google Shape;1159;p25"/>
            <p:cNvSpPr/>
            <p:nvPr/>
          </p:nvSpPr>
          <p:spPr>
            <a:xfrm rot="2700000">
              <a:off x="9033480" y="24519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22" name="Google Shape;1160;p25"/>
          <p:cNvGrpSpPr/>
          <p:nvPr/>
        </p:nvGrpSpPr>
        <p:grpSpPr>
          <a:xfrm>
            <a:off x="4996080" y="180720"/>
            <a:ext cx="4558320" cy="133920"/>
            <a:chOff x="4996080" y="180720"/>
            <a:chExt cx="4558320" cy="133920"/>
          </a:xfrm>
        </p:grpSpPr>
        <p:sp>
          <p:nvSpPr>
            <p:cNvPr id="823" name="Google Shape;1161;p25"/>
            <p:cNvSpPr/>
            <p:nvPr/>
          </p:nvSpPr>
          <p:spPr>
            <a:xfrm rot="10800000">
              <a:off x="4996080" y="1807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824" name="Google Shape;1162;p25"/>
            <p:cNvCxnSpPr/>
            <p:nvPr/>
          </p:nvCxnSpPr>
          <p:spPr>
            <a:xfrm flipH="1">
              <a:off x="5091840" y="247320"/>
              <a:ext cx="4462920" cy="360"/>
            </a:xfrm>
            <a:prstGeom prst="straightConnector1">
              <a:avLst/>
            </a:prstGeom>
            <a:ln w="9525">
              <a:solidFill>
                <a:srgbClr val="0C0A9E"/>
              </a:solidFill>
              <a:round/>
            </a:ln>
          </p:spPr>
        </p:cxnSp>
        <p:sp>
          <p:nvSpPr>
            <p:cNvPr id="825" name="Google Shape;1163;p25"/>
            <p:cNvSpPr/>
            <p:nvPr/>
          </p:nvSpPr>
          <p:spPr>
            <a:xfrm rot="10800000">
              <a:off x="5026320" y="2113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CUSTOM_3">
    <p:bg>
      <p:bgPr>
        <a:solidFill>
          <a:schemeClr val="lt1"/>
        </a:solidFill>
        <a:effectLst/>
      </p:bgPr>
    </p:bg>
    <p:spTree>
      <p:nvGrpSpPr>
        <p:cNvPr id="1" name=""/>
        <p:cNvGrpSpPr/>
        <p:nvPr/>
      </p:nvGrpSpPr>
      <p:grpSpPr>
        <a:xfrm>
          <a:off x="0" y="0"/>
          <a:ext cx="0" cy="0"/>
          <a:chOff x="0" y="0"/>
          <a:chExt cx="0" cy="0"/>
        </a:xfrm>
      </p:grpSpPr>
      <p:sp>
        <p:nvSpPr>
          <p:cNvPr id="916" name="PlaceHolder 1"/>
          <p:cNvSpPr>
            <a:spLocks noGrp="1"/>
          </p:cNvSpPr>
          <p:nvPr>
            <p:ph type="title"/>
          </p:nvPr>
        </p:nvSpPr>
        <p:spPr>
          <a:xfrm>
            <a:off x="1157400" y="494640"/>
            <a:ext cx="5126400" cy="1058400"/>
          </a:xfrm>
          <a:prstGeom prst="rect">
            <a:avLst/>
          </a:prstGeom>
          <a:noFill/>
          <a:ln w="0">
            <a:noFill/>
          </a:ln>
        </p:spPr>
        <p:txBody>
          <a:bodyPr lIns="91440" tIns="91440" rIns="91440" bIns="91440" anchor="t">
            <a:noAutofit/>
          </a:bodyPr>
          <a:lstStyle/>
          <a:p>
            <a:pPr indent="0">
              <a:buNone/>
            </a:pPr>
            <a:r>
              <a:rPr lang="fr-FR" sz="6500" b="0" u="none" strike="noStrike">
                <a:solidFill>
                  <a:schemeClr val="dk1"/>
                </a:solidFill>
                <a:effectLst/>
                <a:uFillTx/>
                <a:latin typeface="Arial"/>
              </a:rPr>
              <a:t>Click to edit the title text format</a:t>
            </a:r>
          </a:p>
        </p:txBody>
      </p:sp>
      <p:grpSp>
        <p:nvGrpSpPr>
          <p:cNvPr id="917" name="Google Shape;1283;p29"/>
          <p:cNvGrpSpPr/>
          <p:nvPr/>
        </p:nvGrpSpPr>
        <p:grpSpPr>
          <a:xfrm>
            <a:off x="-291600" y="-494280"/>
            <a:ext cx="1448280" cy="2238120"/>
            <a:chOff x="-291600" y="-494280"/>
            <a:chExt cx="1448280" cy="2238120"/>
          </a:xfrm>
        </p:grpSpPr>
        <p:grpSp>
          <p:nvGrpSpPr>
            <p:cNvPr id="918" name="Google Shape;1284;p29"/>
            <p:cNvGrpSpPr/>
            <p:nvPr/>
          </p:nvGrpSpPr>
          <p:grpSpPr>
            <a:xfrm>
              <a:off x="-258120" y="-241560"/>
              <a:ext cx="981360" cy="1985400"/>
              <a:chOff x="-258120" y="-241560"/>
              <a:chExt cx="981360" cy="1985400"/>
            </a:xfrm>
          </p:grpSpPr>
          <p:sp>
            <p:nvSpPr>
              <p:cNvPr id="919" name="Google Shape;1285;p29"/>
              <p:cNvSpPr/>
              <p:nvPr/>
            </p:nvSpPr>
            <p:spPr>
              <a:xfrm rot="10800000">
                <a:off x="-257760" y="-24156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286;p29"/>
              <p:cNvSpPr/>
              <p:nvPr/>
            </p:nvSpPr>
            <p:spPr>
              <a:xfrm rot="10800000">
                <a:off x="-120600" y="-24120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21" name="Google Shape;1287;p29"/>
            <p:cNvGrpSpPr/>
            <p:nvPr/>
          </p:nvGrpSpPr>
          <p:grpSpPr>
            <a:xfrm>
              <a:off x="381600" y="794520"/>
              <a:ext cx="699120" cy="478080"/>
              <a:chOff x="381600" y="794520"/>
              <a:chExt cx="699120" cy="478080"/>
            </a:xfrm>
          </p:grpSpPr>
          <p:grpSp>
            <p:nvGrpSpPr>
              <p:cNvPr id="922" name="Google Shape;1288;p29"/>
              <p:cNvGrpSpPr/>
              <p:nvPr/>
            </p:nvGrpSpPr>
            <p:grpSpPr>
              <a:xfrm>
                <a:off x="381600" y="794520"/>
                <a:ext cx="478080" cy="478080"/>
                <a:chOff x="381600" y="794520"/>
                <a:chExt cx="478080" cy="478080"/>
              </a:xfrm>
            </p:grpSpPr>
            <p:sp>
              <p:nvSpPr>
                <p:cNvPr id="923" name="Google Shape;1289;p29"/>
                <p:cNvSpPr/>
                <p:nvPr/>
              </p:nvSpPr>
              <p:spPr>
                <a:xfrm rot="2700000">
                  <a:off x="447840" y="8679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4" name="Google Shape;1290;p29"/>
                <p:cNvGrpSpPr/>
                <p:nvPr/>
              </p:nvGrpSpPr>
              <p:grpSpPr>
                <a:xfrm>
                  <a:off x="426600" y="895680"/>
                  <a:ext cx="387360" cy="222840"/>
                  <a:chOff x="426600" y="895680"/>
                  <a:chExt cx="387360" cy="222840"/>
                </a:xfrm>
              </p:grpSpPr>
              <p:sp>
                <p:nvSpPr>
                  <p:cNvPr id="925" name="Google Shape;1291;p29"/>
                  <p:cNvSpPr/>
                  <p:nvPr/>
                </p:nvSpPr>
                <p:spPr>
                  <a:xfrm rot="2700000">
                    <a:off x="45936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6" name="Google Shape;1292;p29"/>
                  <p:cNvSpPr/>
                  <p:nvPr/>
                </p:nvSpPr>
                <p:spPr>
                  <a:xfrm rot="2700000">
                    <a:off x="50040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7" name="Google Shape;1293;p29"/>
                  <p:cNvSpPr/>
                  <p:nvPr/>
                </p:nvSpPr>
                <p:spPr>
                  <a:xfrm rot="2700000">
                    <a:off x="54144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8" name="Google Shape;1294;p29"/>
                  <p:cNvSpPr/>
                  <p:nvPr/>
                </p:nvSpPr>
                <p:spPr>
                  <a:xfrm rot="2700000">
                    <a:off x="58248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9" name="Google Shape;1295;p29"/>
                  <p:cNvSpPr/>
                  <p:nvPr/>
                </p:nvSpPr>
                <p:spPr>
                  <a:xfrm rot="2700000">
                    <a:off x="62352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30" name="Google Shape;1296;p29"/>
              <p:cNvSpPr/>
              <p:nvPr/>
            </p:nvSpPr>
            <p:spPr>
              <a:xfrm rot="18900000">
                <a:off x="712800" y="87408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31" name="Google Shape;1297;p29"/>
            <p:cNvGrpSpPr/>
            <p:nvPr/>
          </p:nvGrpSpPr>
          <p:grpSpPr>
            <a:xfrm>
              <a:off x="-291600" y="-494280"/>
              <a:ext cx="1047240" cy="1351080"/>
              <a:chOff x="-291600" y="-494280"/>
              <a:chExt cx="1047240" cy="1351080"/>
            </a:xfrm>
          </p:grpSpPr>
          <p:sp>
            <p:nvSpPr>
              <p:cNvPr id="932" name="Google Shape;1298;p29"/>
              <p:cNvSpPr/>
              <p:nvPr/>
            </p:nvSpPr>
            <p:spPr>
              <a:xfrm rot="13500000">
                <a:off x="55080" y="159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3" name="Google Shape;1299;p29"/>
              <p:cNvSpPr/>
              <p:nvPr/>
            </p:nvSpPr>
            <p:spPr>
              <a:xfrm rot="13500000">
                <a:off x="-20520" y="-24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4" name="Google Shape;1300;p29"/>
              <p:cNvSpPr/>
              <p:nvPr/>
            </p:nvSpPr>
            <p:spPr>
              <a:xfrm rot="13500000">
                <a:off x="-96840" y="-18864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301;p29"/>
              <p:cNvSpPr/>
              <p:nvPr/>
            </p:nvSpPr>
            <p:spPr>
              <a:xfrm rot="13500000">
                <a:off x="-173160" y="-372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36" name="Google Shape;1302;p29"/>
            <p:cNvGrpSpPr/>
            <p:nvPr/>
          </p:nvGrpSpPr>
          <p:grpSpPr>
            <a:xfrm>
              <a:off x="457560" y="455040"/>
              <a:ext cx="699120" cy="478080"/>
              <a:chOff x="457560" y="455040"/>
              <a:chExt cx="699120" cy="478080"/>
            </a:xfrm>
          </p:grpSpPr>
          <p:grpSp>
            <p:nvGrpSpPr>
              <p:cNvPr id="937" name="Google Shape;1303;p29"/>
              <p:cNvGrpSpPr/>
              <p:nvPr/>
            </p:nvGrpSpPr>
            <p:grpSpPr>
              <a:xfrm>
                <a:off x="457560" y="455040"/>
                <a:ext cx="478080" cy="478080"/>
                <a:chOff x="457560" y="455040"/>
                <a:chExt cx="478080" cy="478080"/>
              </a:xfrm>
            </p:grpSpPr>
            <p:sp>
              <p:nvSpPr>
                <p:cNvPr id="938" name="Google Shape;1304;p29"/>
                <p:cNvSpPr/>
                <p:nvPr/>
              </p:nvSpPr>
              <p:spPr>
                <a:xfrm rot="2700000">
                  <a:off x="523800" y="5284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39" name="Google Shape;1305;p29"/>
                <p:cNvGrpSpPr/>
                <p:nvPr/>
              </p:nvGrpSpPr>
              <p:grpSpPr>
                <a:xfrm>
                  <a:off x="502200" y="556200"/>
                  <a:ext cx="387360" cy="222840"/>
                  <a:chOff x="502200" y="556200"/>
                  <a:chExt cx="387360" cy="222840"/>
                </a:xfrm>
              </p:grpSpPr>
              <p:sp>
                <p:nvSpPr>
                  <p:cNvPr id="940" name="Google Shape;1306;p29"/>
                  <p:cNvSpPr/>
                  <p:nvPr/>
                </p:nvSpPr>
                <p:spPr>
                  <a:xfrm rot="2700000">
                    <a:off x="53496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307;p29"/>
                  <p:cNvSpPr/>
                  <p:nvPr/>
                </p:nvSpPr>
                <p:spPr>
                  <a:xfrm rot="2700000">
                    <a:off x="57600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2" name="Google Shape;1308;p29"/>
                  <p:cNvSpPr/>
                  <p:nvPr/>
                </p:nvSpPr>
                <p:spPr>
                  <a:xfrm rot="2700000">
                    <a:off x="61704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309;p29"/>
                  <p:cNvSpPr/>
                  <p:nvPr/>
                </p:nvSpPr>
                <p:spPr>
                  <a:xfrm rot="2700000">
                    <a:off x="65808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4" name="Google Shape;1310;p29"/>
                  <p:cNvSpPr/>
                  <p:nvPr/>
                </p:nvSpPr>
                <p:spPr>
                  <a:xfrm rot="2700000">
                    <a:off x="69912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45" name="Google Shape;1311;p29"/>
              <p:cNvSpPr/>
              <p:nvPr/>
            </p:nvSpPr>
            <p:spPr>
              <a:xfrm rot="18900000">
                <a:off x="788760" y="5346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46" name="Google Shape;1312;p29"/>
            <p:cNvGrpSpPr/>
            <p:nvPr/>
          </p:nvGrpSpPr>
          <p:grpSpPr>
            <a:xfrm>
              <a:off x="-46800" y="511560"/>
              <a:ext cx="699120" cy="478080"/>
              <a:chOff x="-46800" y="511560"/>
              <a:chExt cx="699120" cy="478080"/>
            </a:xfrm>
          </p:grpSpPr>
          <p:grpSp>
            <p:nvGrpSpPr>
              <p:cNvPr id="947" name="Google Shape;1313;p29"/>
              <p:cNvGrpSpPr/>
              <p:nvPr/>
            </p:nvGrpSpPr>
            <p:grpSpPr>
              <a:xfrm>
                <a:off x="-46800" y="511560"/>
                <a:ext cx="478080" cy="478080"/>
                <a:chOff x="-46800" y="511560"/>
                <a:chExt cx="478080" cy="478080"/>
              </a:xfrm>
            </p:grpSpPr>
            <p:sp>
              <p:nvSpPr>
                <p:cNvPr id="948" name="Google Shape;1314;p29"/>
                <p:cNvSpPr/>
                <p:nvPr/>
              </p:nvSpPr>
              <p:spPr>
                <a:xfrm rot="2700000">
                  <a:off x="19440" y="5850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49" name="Google Shape;1315;p29"/>
                <p:cNvGrpSpPr/>
                <p:nvPr/>
              </p:nvGrpSpPr>
              <p:grpSpPr>
                <a:xfrm>
                  <a:off x="-1800" y="612360"/>
                  <a:ext cx="387360" cy="223200"/>
                  <a:chOff x="-1800" y="612360"/>
                  <a:chExt cx="387360" cy="223200"/>
                </a:xfrm>
              </p:grpSpPr>
              <p:sp>
                <p:nvSpPr>
                  <p:cNvPr id="950" name="Google Shape;1316;p29"/>
                  <p:cNvSpPr/>
                  <p:nvPr/>
                </p:nvSpPr>
                <p:spPr>
                  <a:xfrm rot="2700000">
                    <a:off x="3060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317;p29"/>
                  <p:cNvSpPr/>
                  <p:nvPr/>
                </p:nvSpPr>
                <p:spPr>
                  <a:xfrm rot="2700000">
                    <a:off x="7164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318;p29"/>
                  <p:cNvSpPr/>
                  <p:nvPr/>
                </p:nvSpPr>
                <p:spPr>
                  <a:xfrm rot="2700000">
                    <a:off x="11268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319;p29"/>
                  <p:cNvSpPr/>
                  <p:nvPr/>
                </p:nvSpPr>
                <p:spPr>
                  <a:xfrm rot="2700000">
                    <a:off x="15372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320;p29"/>
                  <p:cNvSpPr/>
                  <p:nvPr/>
                </p:nvSpPr>
                <p:spPr>
                  <a:xfrm rot="2700000">
                    <a:off x="19512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55" name="Google Shape;1321;p29"/>
              <p:cNvSpPr/>
              <p:nvPr/>
            </p:nvSpPr>
            <p:spPr>
              <a:xfrm rot="18900000">
                <a:off x="284400" y="5907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56" name="Google Shape;1322;p29"/>
          <p:cNvGrpSpPr/>
          <p:nvPr/>
        </p:nvGrpSpPr>
        <p:grpSpPr>
          <a:xfrm>
            <a:off x="2660400" y="4275720"/>
            <a:ext cx="4950720" cy="2991960"/>
            <a:chOff x="2660400" y="4275720"/>
            <a:chExt cx="4950720" cy="2991960"/>
          </a:xfrm>
        </p:grpSpPr>
        <p:pic>
          <p:nvPicPr>
            <p:cNvPr id="957" name="Google Shape;1323;p29"/>
            <p:cNvPicPr/>
            <p:nvPr/>
          </p:nvPicPr>
          <p:blipFill>
            <a:blip r:embed="rId2"/>
            <a:srcRect l="16959" t="24713" r="7122" b="26173"/>
            <a:stretch/>
          </p:blipFill>
          <p:spPr>
            <a:xfrm rot="10800000">
              <a:off x="2660400" y="4275720"/>
              <a:ext cx="3548520" cy="2991960"/>
            </a:xfrm>
            <a:prstGeom prst="rect">
              <a:avLst/>
            </a:prstGeom>
            <a:noFill/>
            <a:ln w="0">
              <a:noFill/>
            </a:ln>
          </p:spPr>
        </p:pic>
        <p:grpSp>
          <p:nvGrpSpPr>
            <p:cNvPr id="958" name="Google Shape;1324;p29"/>
            <p:cNvGrpSpPr/>
            <p:nvPr/>
          </p:nvGrpSpPr>
          <p:grpSpPr>
            <a:xfrm>
              <a:off x="2952720" y="4719240"/>
              <a:ext cx="1517400" cy="906480"/>
              <a:chOff x="2952720" y="4719240"/>
              <a:chExt cx="1517400" cy="906480"/>
            </a:xfrm>
          </p:grpSpPr>
          <p:sp>
            <p:nvSpPr>
              <p:cNvPr id="959" name="Google Shape;1325;p29"/>
              <p:cNvSpPr/>
              <p:nvPr/>
            </p:nvSpPr>
            <p:spPr>
              <a:xfrm>
                <a:off x="2952720" y="477828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0" name="Google Shape;1326;p29"/>
              <p:cNvSpPr/>
              <p:nvPr/>
            </p:nvSpPr>
            <p:spPr>
              <a:xfrm>
                <a:off x="3530880" y="4835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1" name="Google Shape;1327;p29"/>
              <p:cNvSpPr/>
              <p:nvPr/>
            </p:nvSpPr>
            <p:spPr>
              <a:xfrm>
                <a:off x="3409920" y="50688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2" name="Google Shape;1328;p29"/>
              <p:cNvSpPr/>
              <p:nvPr/>
            </p:nvSpPr>
            <p:spPr>
              <a:xfrm>
                <a:off x="3888360" y="47192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63" name="Google Shape;1329;p29"/>
            <p:cNvGrpSpPr/>
            <p:nvPr/>
          </p:nvGrpSpPr>
          <p:grpSpPr>
            <a:xfrm>
              <a:off x="4778280" y="4462560"/>
              <a:ext cx="2832840" cy="1420560"/>
              <a:chOff x="4778280" y="4462560"/>
              <a:chExt cx="2832840" cy="1420560"/>
            </a:xfrm>
          </p:grpSpPr>
          <p:sp>
            <p:nvSpPr>
              <p:cNvPr id="964" name="Google Shape;1330;p29"/>
              <p:cNvSpPr/>
              <p:nvPr/>
            </p:nvSpPr>
            <p:spPr>
              <a:xfrm rot="16200000">
                <a:off x="5484240" y="37562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1000"/>
                    </a:srgbClr>
                  </a:gs>
                  <a:gs pos="100000">
                    <a:srgbClr val="FFFFFF">
                      <a:alpha val="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65" name="Google Shape;1331;p29"/>
              <p:cNvGrpSpPr/>
              <p:nvPr/>
            </p:nvGrpSpPr>
            <p:grpSpPr>
              <a:xfrm>
                <a:off x="6455160" y="5174280"/>
                <a:ext cx="161640" cy="161640"/>
                <a:chOff x="6455160" y="5174280"/>
                <a:chExt cx="161640" cy="161640"/>
              </a:xfrm>
            </p:grpSpPr>
            <p:sp>
              <p:nvSpPr>
                <p:cNvPr id="966" name="Google Shape;1332;p29"/>
                <p:cNvSpPr/>
                <p:nvPr/>
              </p:nvSpPr>
              <p:spPr>
                <a:xfrm rot="10800000">
                  <a:off x="6455160" y="517428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333;p29"/>
                <p:cNvSpPr/>
                <p:nvPr/>
              </p:nvSpPr>
              <p:spPr>
                <a:xfrm rot="10800000">
                  <a:off x="6487560" y="521100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68" name="Google Shape;1334;p29"/>
              <p:cNvGrpSpPr/>
              <p:nvPr/>
            </p:nvGrpSpPr>
            <p:grpSpPr>
              <a:xfrm>
                <a:off x="5072400" y="4755960"/>
                <a:ext cx="161640" cy="161640"/>
                <a:chOff x="5072400" y="4755960"/>
                <a:chExt cx="161640" cy="161640"/>
              </a:xfrm>
            </p:grpSpPr>
            <p:sp>
              <p:nvSpPr>
                <p:cNvPr id="969" name="Google Shape;1335;p29"/>
                <p:cNvSpPr/>
                <p:nvPr/>
              </p:nvSpPr>
              <p:spPr>
                <a:xfrm>
                  <a:off x="5072400" y="475596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336;p29"/>
                <p:cNvSpPr/>
                <p:nvPr/>
              </p:nvSpPr>
              <p:spPr>
                <a:xfrm>
                  <a:off x="5104800" y="47926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971" name="Google Shape;1337;p29"/>
          <p:cNvSpPr/>
          <p:nvPr/>
        </p:nvSpPr>
        <p:spPr>
          <a:xfrm>
            <a:off x="1157400" y="3476880"/>
            <a:ext cx="5319720" cy="605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15000"/>
              </a:lnSpc>
              <a:spcBef>
                <a:spcPts val="300"/>
              </a:spcBef>
              <a:tabLst>
                <a:tab pos="0" algn="l"/>
              </a:tabLst>
            </a:pPr>
            <a:r>
              <a:rPr lang="en" sz="1200" b="1" u="none" strike="noStrike">
                <a:solidFill>
                  <a:schemeClr val="dk1"/>
                </a:solidFill>
                <a:effectLst/>
                <a:uFillTx/>
                <a:latin typeface="Poppins"/>
                <a:ea typeface="Poppins"/>
              </a:rPr>
              <a:t>CREDITS: </a:t>
            </a:r>
            <a:r>
              <a:rPr lang="en" sz="1200" b="0" u="none" strike="noStrike">
                <a:solidFill>
                  <a:schemeClr val="dk1"/>
                </a:solidFill>
                <a:effectLst/>
                <a:uFillTx/>
                <a:latin typeface="Poppins"/>
                <a:ea typeface="Poppins"/>
              </a:rPr>
              <a:t>This presentation template was created by </a:t>
            </a:r>
            <a:r>
              <a:rPr lang="en" sz="1200" b="1" u="sng" strike="noStrike">
                <a:solidFill>
                  <a:schemeClr val="dk1"/>
                </a:solidFill>
                <a:effectLst/>
                <a:uFillTx/>
                <a:latin typeface="Poppins"/>
                <a:ea typeface="Poppins"/>
                <a:hlinkClick r:id="rId3"/>
              </a:rPr>
              <a:t>Slidesgo</a:t>
            </a:r>
            <a:r>
              <a:rPr lang="en" sz="1200" b="0" u="none" strike="noStrike">
                <a:solidFill>
                  <a:schemeClr val="dk1"/>
                </a:solidFill>
                <a:effectLst/>
                <a:uFillTx/>
                <a:latin typeface="Poppins"/>
                <a:ea typeface="Poppins"/>
              </a:rPr>
              <a:t>, and includes icons, infographics &amp; images by</a:t>
            </a:r>
            <a:r>
              <a:rPr lang="en" sz="1200" b="1" u="none" strike="noStrike">
                <a:solidFill>
                  <a:schemeClr val="dk1"/>
                </a:solidFill>
                <a:effectLst/>
                <a:uFillTx/>
                <a:latin typeface="Poppins"/>
                <a:ea typeface="Poppins"/>
              </a:rPr>
              <a:t> </a:t>
            </a:r>
            <a:r>
              <a:rPr lang="en" sz="1200" b="1" u="sng" strike="noStrike">
                <a:solidFill>
                  <a:schemeClr val="dk1"/>
                </a:solidFill>
                <a:effectLst/>
                <a:uFillTx/>
                <a:latin typeface="Poppins"/>
                <a:ea typeface="Poppins"/>
                <a:hlinkClick r:id="rId4"/>
              </a:rPr>
              <a:t>Freepik</a:t>
            </a:r>
            <a:r>
              <a:rPr lang="en" sz="1200" b="1" u="sng" strike="noStrike">
                <a:solidFill>
                  <a:schemeClr val="dk1"/>
                </a:solidFill>
                <a:effectLst/>
                <a:uFillTx/>
                <a:latin typeface="Poppins"/>
                <a:ea typeface="Poppins"/>
              </a:rPr>
              <a:t> </a:t>
            </a:r>
            <a:endParaRPr lang="en-US" sz="1200" b="0" u="none" strike="noStrike">
              <a:solidFill>
                <a:srgbClr val="000000"/>
              </a:solidFill>
              <a:effectLst/>
              <a:uFillTx/>
              <a:latin typeface="OpenSymbol"/>
            </a:endParaRPr>
          </a:p>
        </p:txBody>
      </p:sp>
      <p:sp>
        <p:nvSpPr>
          <p:cNvPr id="97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973" name="PlaceHolder 1"/>
          <p:cNvSpPr>
            <a:spLocks noGrp="1"/>
          </p:cNvSpPr>
          <p:nvPr>
            <p:ph type="title"/>
          </p:nvPr>
        </p:nvSpPr>
        <p:spPr>
          <a:xfrm>
            <a:off x="1157400" y="494640"/>
            <a:ext cx="5126400" cy="1058400"/>
          </a:xfrm>
          <a:prstGeom prst="rect">
            <a:avLst/>
          </a:prstGeom>
          <a:noFill/>
          <a:ln w="0">
            <a:noFill/>
          </a:ln>
        </p:spPr>
        <p:txBody>
          <a:bodyPr lIns="91440" tIns="91440" rIns="91440" bIns="91440" anchor="t">
            <a:noAutofit/>
          </a:bodyPr>
          <a:lstStyle/>
          <a:p>
            <a:pPr indent="0">
              <a:buNone/>
            </a:pPr>
            <a:r>
              <a:rPr lang="fr-FR" sz="6500" b="0" u="none" strike="noStrike">
                <a:solidFill>
                  <a:schemeClr val="dk1"/>
                </a:solidFill>
                <a:effectLst/>
                <a:uFillTx/>
                <a:latin typeface="Arial"/>
              </a:rPr>
              <a:t>Click to edit the title text format</a:t>
            </a:r>
          </a:p>
        </p:txBody>
      </p:sp>
      <p:grpSp>
        <p:nvGrpSpPr>
          <p:cNvPr id="974" name="Google Shape;1283;p29"/>
          <p:cNvGrpSpPr/>
          <p:nvPr/>
        </p:nvGrpSpPr>
        <p:grpSpPr>
          <a:xfrm>
            <a:off x="-291600" y="-494280"/>
            <a:ext cx="1448280" cy="2238120"/>
            <a:chOff x="-291600" y="-494280"/>
            <a:chExt cx="1448280" cy="2238120"/>
          </a:xfrm>
        </p:grpSpPr>
        <p:grpSp>
          <p:nvGrpSpPr>
            <p:cNvPr id="975" name="Google Shape;1284;p29"/>
            <p:cNvGrpSpPr/>
            <p:nvPr/>
          </p:nvGrpSpPr>
          <p:grpSpPr>
            <a:xfrm>
              <a:off x="-258120" y="-241560"/>
              <a:ext cx="981360" cy="1985400"/>
              <a:chOff x="-258120" y="-241560"/>
              <a:chExt cx="981360" cy="1985400"/>
            </a:xfrm>
          </p:grpSpPr>
          <p:sp>
            <p:nvSpPr>
              <p:cNvPr id="919" name="Google Shape;1285;p29"/>
              <p:cNvSpPr/>
              <p:nvPr/>
            </p:nvSpPr>
            <p:spPr>
              <a:xfrm rot="10800000">
                <a:off x="-257760" y="-24156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286;p29"/>
              <p:cNvSpPr/>
              <p:nvPr/>
            </p:nvSpPr>
            <p:spPr>
              <a:xfrm rot="10800000">
                <a:off x="-120600" y="-24120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76" name="Google Shape;1287;p29"/>
            <p:cNvGrpSpPr/>
            <p:nvPr/>
          </p:nvGrpSpPr>
          <p:grpSpPr>
            <a:xfrm>
              <a:off x="381600" y="794520"/>
              <a:ext cx="699120" cy="478080"/>
              <a:chOff x="381600" y="794520"/>
              <a:chExt cx="699120" cy="478080"/>
            </a:xfrm>
          </p:grpSpPr>
          <p:grpSp>
            <p:nvGrpSpPr>
              <p:cNvPr id="977" name="Google Shape;1288;p29"/>
              <p:cNvGrpSpPr/>
              <p:nvPr/>
            </p:nvGrpSpPr>
            <p:grpSpPr>
              <a:xfrm>
                <a:off x="381600" y="794520"/>
                <a:ext cx="478080" cy="478080"/>
                <a:chOff x="381600" y="794520"/>
                <a:chExt cx="478080" cy="478080"/>
              </a:xfrm>
            </p:grpSpPr>
            <p:sp>
              <p:nvSpPr>
                <p:cNvPr id="923" name="Google Shape;1289;p29"/>
                <p:cNvSpPr/>
                <p:nvPr/>
              </p:nvSpPr>
              <p:spPr>
                <a:xfrm rot="2700000">
                  <a:off x="447840" y="8679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78" name="Google Shape;1290;p29"/>
                <p:cNvGrpSpPr/>
                <p:nvPr/>
              </p:nvGrpSpPr>
              <p:grpSpPr>
                <a:xfrm>
                  <a:off x="426600" y="895680"/>
                  <a:ext cx="387360" cy="222840"/>
                  <a:chOff x="426600" y="895680"/>
                  <a:chExt cx="387360" cy="222840"/>
                </a:xfrm>
              </p:grpSpPr>
              <p:sp>
                <p:nvSpPr>
                  <p:cNvPr id="925" name="Google Shape;1291;p29"/>
                  <p:cNvSpPr/>
                  <p:nvPr/>
                </p:nvSpPr>
                <p:spPr>
                  <a:xfrm rot="2700000">
                    <a:off x="45936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6" name="Google Shape;1292;p29"/>
                  <p:cNvSpPr/>
                  <p:nvPr/>
                </p:nvSpPr>
                <p:spPr>
                  <a:xfrm rot="2700000">
                    <a:off x="50040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7" name="Google Shape;1293;p29"/>
                  <p:cNvSpPr/>
                  <p:nvPr/>
                </p:nvSpPr>
                <p:spPr>
                  <a:xfrm rot="2700000">
                    <a:off x="54144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8" name="Google Shape;1294;p29"/>
                  <p:cNvSpPr/>
                  <p:nvPr/>
                </p:nvSpPr>
                <p:spPr>
                  <a:xfrm rot="2700000">
                    <a:off x="58248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9" name="Google Shape;1295;p29"/>
                  <p:cNvSpPr/>
                  <p:nvPr/>
                </p:nvSpPr>
                <p:spPr>
                  <a:xfrm rot="2700000">
                    <a:off x="62352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30" name="Google Shape;1296;p29"/>
              <p:cNvSpPr/>
              <p:nvPr/>
            </p:nvSpPr>
            <p:spPr>
              <a:xfrm rot="18900000">
                <a:off x="712800" y="87408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79" name="Google Shape;1297;p29"/>
            <p:cNvGrpSpPr/>
            <p:nvPr/>
          </p:nvGrpSpPr>
          <p:grpSpPr>
            <a:xfrm>
              <a:off x="-291600" y="-494280"/>
              <a:ext cx="1047240" cy="1351080"/>
              <a:chOff x="-291600" y="-494280"/>
              <a:chExt cx="1047240" cy="1351080"/>
            </a:xfrm>
          </p:grpSpPr>
          <p:sp>
            <p:nvSpPr>
              <p:cNvPr id="932" name="Google Shape;1298;p29"/>
              <p:cNvSpPr/>
              <p:nvPr/>
            </p:nvSpPr>
            <p:spPr>
              <a:xfrm rot="13500000">
                <a:off x="55080" y="159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3" name="Google Shape;1299;p29"/>
              <p:cNvSpPr/>
              <p:nvPr/>
            </p:nvSpPr>
            <p:spPr>
              <a:xfrm rot="13500000">
                <a:off x="-20520" y="-24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4" name="Google Shape;1300;p29"/>
              <p:cNvSpPr/>
              <p:nvPr/>
            </p:nvSpPr>
            <p:spPr>
              <a:xfrm rot="13500000">
                <a:off x="-96840" y="-18864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301;p29"/>
              <p:cNvSpPr/>
              <p:nvPr/>
            </p:nvSpPr>
            <p:spPr>
              <a:xfrm rot="13500000">
                <a:off x="-173160" y="-372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80" name="Google Shape;1302;p29"/>
            <p:cNvGrpSpPr/>
            <p:nvPr/>
          </p:nvGrpSpPr>
          <p:grpSpPr>
            <a:xfrm>
              <a:off x="457560" y="455040"/>
              <a:ext cx="699120" cy="478080"/>
              <a:chOff x="457560" y="455040"/>
              <a:chExt cx="699120" cy="478080"/>
            </a:xfrm>
          </p:grpSpPr>
          <p:grpSp>
            <p:nvGrpSpPr>
              <p:cNvPr id="981" name="Google Shape;1303;p29"/>
              <p:cNvGrpSpPr/>
              <p:nvPr/>
            </p:nvGrpSpPr>
            <p:grpSpPr>
              <a:xfrm>
                <a:off x="457560" y="455040"/>
                <a:ext cx="478080" cy="478080"/>
                <a:chOff x="457560" y="455040"/>
                <a:chExt cx="478080" cy="478080"/>
              </a:xfrm>
            </p:grpSpPr>
            <p:sp>
              <p:nvSpPr>
                <p:cNvPr id="938" name="Google Shape;1304;p29"/>
                <p:cNvSpPr/>
                <p:nvPr/>
              </p:nvSpPr>
              <p:spPr>
                <a:xfrm rot="2700000">
                  <a:off x="523800" y="5284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82" name="Google Shape;1305;p29"/>
                <p:cNvGrpSpPr/>
                <p:nvPr/>
              </p:nvGrpSpPr>
              <p:grpSpPr>
                <a:xfrm>
                  <a:off x="502200" y="556200"/>
                  <a:ext cx="387360" cy="222840"/>
                  <a:chOff x="502200" y="556200"/>
                  <a:chExt cx="387360" cy="222840"/>
                </a:xfrm>
              </p:grpSpPr>
              <p:sp>
                <p:nvSpPr>
                  <p:cNvPr id="940" name="Google Shape;1306;p29"/>
                  <p:cNvSpPr/>
                  <p:nvPr/>
                </p:nvSpPr>
                <p:spPr>
                  <a:xfrm rot="2700000">
                    <a:off x="53496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307;p29"/>
                  <p:cNvSpPr/>
                  <p:nvPr/>
                </p:nvSpPr>
                <p:spPr>
                  <a:xfrm rot="2700000">
                    <a:off x="57600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2" name="Google Shape;1308;p29"/>
                  <p:cNvSpPr/>
                  <p:nvPr/>
                </p:nvSpPr>
                <p:spPr>
                  <a:xfrm rot="2700000">
                    <a:off x="61704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309;p29"/>
                  <p:cNvSpPr/>
                  <p:nvPr/>
                </p:nvSpPr>
                <p:spPr>
                  <a:xfrm rot="2700000">
                    <a:off x="65808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4" name="Google Shape;1310;p29"/>
                  <p:cNvSpPr/>
                  <p:nvPr/>
                </p:nvSpPr>
                <p:spPr>
                  <a:xfrm rot="2700000">
                    <a:off x="69912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45" name="Google Shape;1311;p29"/>
              <p:cNvSpPr/>
              <p:nvPr/>
            </p:nvSpPr>
            <p:spPr>
              <a:xfrm rot="18900000">
                <a:off x="788760" y="5346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83" name="Google Shape;1312;p29"/>
            <p:cNvGrpSpPr/>
            <p:nvPr/>
          </p:nvGrpSpPr>
          <p:grpSpPr>
            <a:xfrm>
              <a:off x="-46800" y="511560"/>
              <a:ext cx="699120" cy="478080"/>
              <a:chOff x="-46800" y="511560"/>
              <a:chExt cx="699120" cy="478080"/>
            </a:xfrm>
          </p:grpSpPr>
          <p:grpSp>
            <p:nvGrpSpPr>
              <p:cNvPr id="984" name="Google Shape;1313;p29"/>
              <p:cNvGrpSpPr/>
              <p:nvPr/>
            </p:nvGrpSpPr>
            <p:grpSpPr>
              <a:xfrm>
                <a:off x="-46800" y="511560"/>
                <a:ext cx="478080" cy="478080"/>
                <a:chOff x="-46800" y="511560"/>
                <a:chExt cx="478080" cy="478080"/>
              </a:xfrm>
            </p:grpSpPr>
            <p:sp>
              <p:nvSpPr>
                <p:cNvPr id="948" name="Google Shape;1314;p29"/>
                <p:cNvSpPr/>
                <p:nvPr/>
              </p:nvSpPr>
              <p:spPr>
                <a:xfrm rot="2700000">
                  <a:off x="19440" y="5850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85" name="Google Shape;1315;p29"/>
                <p:cNvGrpSpPr/>
                <p:nvPr/>
              </p:nvGrpSpPr>
              <p:grpSpPr>
                <a:xfrm>
                  <a:off x="-1800" y="612360"/>
                  <a:ext cx="387360" cy="223200"/>
                  <a:chOff x="-1800" y="612360"/>
                  <a:chExt cx="387360" cy="223200"/>
                </a:xfrm>
              </p:grpSpPr>
              <p:sp>
                <p:nvSpPr>
                  <p:cNvPr id="950" name="Google Shape;1316;p29"/>
                  <p:cNvSpPr/>
                  <p:nvPr/>
                </p:nvSpPr>
                <p:spPr>
                  <a:xfrm rot="2700000">
                    <a:off x="3060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317;p29"/>
                  <p:cNvSpPr/>
                  <p:nvPr/>
                </p:nvSpPr>
                <p:spPr>
                  <a:xfrm rot="2700000">
                    <a:off x="7164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318;p29"/>
                  <p:cNvSpPr/>
                  <p:nvPr/>
                </p:nvSpPr>
                <p:spPr>
                  <a:xfrm rot="2700000">
                    <a:off x="11268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319;p29"/>
                  <p:cNvSpPr/>
                  <p:nvPr/>
                </p:nvSpPr>
                <p:spPr>
                  <a:xfrm rot="2700000">
                    <a:off x="15372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320;p29"/>
                  <p:cNvSpPr/>
                  <p:nvPr/>
                </p:nvSpPr>
                <p:spPr>
                  <a:xfrm rot="2700000">
                    <a:off x="19512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55" name="Google Shape;1321;p29"/>
              <p:cNvSpPr/>
              <p:nvPr/>
            </p:nvSpPr>
            <p:spPr>
              <a:xfrm rot="18900000">
                <a:off x="284400" y="5907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86" name="Google Shape;1322;p29"/>
          <p:cNvGrpSpPr/>
          <p:nvPr/>
        </p:nvGrpSpPr>
        <p:grpSpPr>
          <a:xfrm>
            <a:off x="2660400" y="4275720"/>
            <a:ext cx="4950720" cy="2991960"/>
            <a:chOff x="2660400" y="4275720"/>
            <a:chExt cx="4950720" cy="2991960"/>
          </a:xfrm>
        </p:grpSpPr>
        <p:pic>
          <p:nvPicPr>
            <p:cNvPr id="987" name="Google Shape;1323;p29"/>
            <p:cNvPicPr/>
            <p:nvPr/>
          </p:nvPicPr>
          <p:blipFill>
            <a:blip r:embed="rId2"/>
            <a:srcRect l="16959" t="24713" r="7122" b="26173"/>
            <a:stretch/>
          </p:blipFill>
          <p:spPr>
            <a:xfrm rot="10800000">
              <a:off x="2660400" y="4275720"/>
              <a:ext cx="3548520" cy="2991960"/>
            </a:xfrm>
            <a:prstGeom prst="rect">
              <a:avLst/>
            </a:prstGeom>
            <a:noFill/>
            <a:ln w="0">
              <a:noFill/>
            </a:ln>
          </p:spPr>
        </p:pic>
        <p:grpSp>
          <p:nvGrpSpPr>
            <p:cNvPr id="988" name="Google Shape;1324;p29"/>
            <p:cNvGrpSpPr/>
            <p:nvPr/>
          </p:nvGrpSpPr>
          <p:grpSpPr>
            <a:xfrm>
              <a:off x="2952720" y="4719240"/>
              <a:ext cx="1517400" cy="906480"/>
              <a:chOff x="2952720" y="4719240"/>
              <a:chExt cx="1517400" cy="906480"/>
            </a:xfrm>
          </p:grpSpPr>
          <p:sp>
            <p:nvSpPr>
              <p:cNvPr id="959" name="Google Shape;1325;p29"/>
              <p:cNvSpPr/>
              <p:nvPr/>
            </p:nvSpPr>
            <p:spPr>
              <a:xfrm>
                <a:off x="2952720" y="477828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0" name="Google Shape;1326;p29"/>
              <p:cNvSpPr/>
              <p:nvPr/>
            </p:nvSpPr>
            <p:spPr>
              <a:xfrm>
                <a:off x="3530880" y="4835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1" name="Google Shape;1327;p29"/>
              <p:cNvSpPr/>
              <p:nvPr/>
            </p:nvSpPr>
            <p:spPr>
              <a:xfrm>
                <a:off x="3409920" y="50688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2" name="Google Shape;1328;p29"/>
              <p:cNvSpPr/>
              <p:nvPr/>
            </p:nvSpPr>
            <p:spPr>
              <a:xfrm>
                <a:off x="3888360" y="47192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89" name="Google Shape;1329;p29"/>
            <p:cNvGrpSpPr/>
            <p:nvPr/>
          </p:nvGrpSpPr>
          <p:grpSpPr>
            <a:xfrm>
              <a:off x="4778280" y="4462560"/>
              <a:ext cx="2832840" cy="1420560"/>
              <a:chOff x="4778280" y="4462560"/>
              <a:chExt cx="2832840" cy="1420560"/>
            </a:xfrm>
          </p:grpSpPr>
          <p:sp>
            <p:nvSpPr>
              <p:cNvPr id="964" name="Google Shape;1330;p29"/>
              <p:cNvSpPr/>
              <p:nvPr/>
            </p:nvSpPr>
            <p:spPr>
              <a:xfrm rot="16200000">
                <a:off x="5484240" y="37562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1000"/>
                    </a:srgbClr>
                  </a:gs>
                  <a:gs pos="100000">
                    <a:srgbClr val="FFFFFF">
                      <a:alpha val="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90" name="Google Shape;1331;p29"/>
              <p:cNvGrpSpPr/>
              <p:nvPr/>
            </p:nvGrpSpPr>
            <p:grpSpPr>
              <a:xfrm>
                <a:off x="6455160" y="5174280"/>
                <a:ext cx="161640" cy="161640"/>
                <a:chOff x="6455160" y="5174280"/>
                <a:chExt cx="161640" cy="161640"/>
              </a:xfrm>
            </p:grpSpPr>
            <p:sp>
              <p:nvSpPr>
                <p:cNvPr id="966" name="Google Shape;1332;p29"/>
                <p:cNvSpPr/>
                <p:nvPr/>
              </p:nvSpPr>
              <p:spPr>
                <a:xfrm rot="10800000">
                  <a:off x="6455160" y="517428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333;p29"/>
                <p:cNvSpPr/>
                <p:nvPr/>
              </p:nvSpPr>
              <p:spPr>
                <a:xfrm rot="10800000">
                  <a:off x="6487560" y="521100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91" name="Google Shape;1334;p29"/>
              <p:cNvGrpSpPr/>
              <p:nvPr/>
            </p:nvGrpSpPr>
            <p:grpSpPr>
              <a:xfrm>
                <a:off x="5072400" y="4755960"/>
                <a:ext cx="161640" cy="161640"/>
                <a:chOff x="5072400" y="4755960"/>
                <a:chExt cx="161640" cy="161640"/>
              </a:xfrm>
            </p:grpSpPr>
            <p:sp>
              <p:nvSpPr>
                <p:cNvPr id="969" name="Google Shape;1335;p29"/>
                <p:cNvSpPr/>
                <p:nvPr/>
              </p:nvSpPr>
              <p:spPr>
                <a:xfrm>
                  <a:off x="5072400" y="475596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336;p29"/>
                <p:cNvSpPr/>
                <p:nvPr/>
              </p:nvSpPr>
              <p:spPr>
                <a:xfrm>
                  <a:off x="5104800" y="47926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971" name="Google Shape;1337;p29"/>
          <p:cNvSpPr/>
          <p:nvPr/>
        </p:nvSpPr>
        <p:spPr>
          <a:xfrm>
            <a:off x="1157400" y="3476880"/>
            <a:ext cx="5319720" cy="605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15000"/>
              </a:lnSpc>
              <a:spcBef>
                <a:spcPts val="300"/>
              </a:spcBef>
              <a:tabLst>
                <a:tab pos="0" algn="l"/>
              </a:tabLst>
            </a:pPr>
            <a:r>
              <a:rPr lang="en" sz="1200" b="1" u="none" strike="noStrike">
                <a:solidFill>
                  <a:schemeClr val="dk1"/>
                </a:solidFill>
                <a:effectLst/>
                <a:uFillTx/>
                <a:latin typeface="Poppins"/>
                <a:ea typeface="Poppins"/>
              </a:rPr>
              <a:t>CREDITS: </a:t>
            </a:r>
            <a:r>
              <a:rPr lang="en" sz="1200" b="0" u="none" strike="noStrike">
                <a:solidFill>
                  <a:schemeClr val="dk1"/>
                </a:solidFill>
                <a:effectLst/>
                <a:uFillTx/>
                <a:latin typeface="Poppins"/>
                <a:ea typeface="Poppins"/>
              </a:rPr>
              <a:t>This presentation template was created by </a:t>
            </a:r>
            <a:r>
              <a:rPr lang="en" sz="1200" b="1" u="sng" strike="noStrike">
                <a:solidFill>
                  <a:schemeClr val="dk1"/>
                </a:solidFill>
                <a:effectLst/>
                <a:uFillTx/>
                <a:latin typeface="Poppins"/>
                <a:ea typeface="Poppins"/>
                <a:hlinkClick r:id="rId3"/>
              </a:rPr>
              <a:t>Slidesgo</a:t>
            </a:r>
            <a:r>
              <a:rPr lang="en" sz="1200" b="0" u="none" strike="noStrike">
                <a:solidFill>
                  <a:schemeClr val="dk1"/>
                </a:solidFill>
                <a:effectLst/>
                <a:uFillTx/>
                <a:latin typeface="Poppins"/>
                <a:ea typeface="Poppins"/>
              </a:rPr>
              <a:t>, and includes icons, infographics &amp; images by</a:t>
            </a:r>
            <a:r>
              <a:rPr lang="en" sz="1200" b="1" u="none" strike="noStrike">
                <a:solidFill>
                  <a:schemeClr val="dk1"/>
                </a:solidFill>
                <a:effectLst/>
                <a:uFillTx/>
                <a:latin typeface="Poppins"/>
                <a:ea typeface="Poppins"/>
              </a:rPr>
              <a:t> </a:t>
            </a:r>
            <a:r>
              <a:rPr lang="en" sz="1200" b="1" u="sng" strike="noStrike">
                <a:solidFill>
                  <a:schemeClr val="dk1"/>
                </a:solidFill>
                <a:effectLst/>
                <a:uFillTx/>
                <a:latin typeface="Poppins"/>
                <a:ea typeface="Poppins"/>
                <a:hlinkClick r:id="rId4"/>
              </a:rPr>
              <a:t>Freepik</a:t>
            </a:r>
            <a:r>
              <a:rPr lang="en" sz="1200" b="1" u="sng" strike="noStrike">
                <a:solidFill>
                  <a:schemeClr val="dk1"/>
                </a:solidFill>
                <a:effectLst/>
                <a:uFillTx/>
                <a:latin typeface="Poppins"/>
                <a:ea typeface="Poppins"/>
              </a:rPr>
              <a:t> </a:t>
            </a:r>
            <a:endParaRPr lang="en-US" sz="1200" b="0" u="none" strike="noStrike">
              <a:solidFill>
                <a:srgbClr val="000000"/>
              </a:solidFill>
              <a:effectLst/>
              <a:uFillTx/>
              <a:latin typeface="OpenSymbol"/>
            </a:endParaRPr>
          </a:p>
        </p:txBody>
      </p:sp>
      <p:sp>
        <p:nvSpPr>
          <p:cNvPr id="99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993" name="Google Shape;1339;p30"/>
          <p:cNvGrpSpPr/>
          <p:nvPr/>
        </p:nvGrpSpPr>
        <p:grpSpPr>
          <a:xfrm>
            <a:off x="-623160" y="3925800"/>
            <a:ext cx="2833200" cy="1517760"/>
            <a:chOff x="-623160" y="3925800"/>
            <a:chExt cx="2833200" cy="1517760"/>
          </a:xfrm>
        </p:grpSpPr>
        <p:grpSp>
          <p:nvGrpSpPr>
            <p:cNvPr id="994" name="Google Shape;1340;p30"/>
            <p:cNvGrpSpPr/>
            <p:nvPr/>
          </p:nvGrpSpPr>
          <p:grpSpPr>
            <a:xfrm>
              <a:off x="-573120" y="3925800"/>
              <a:ext cx="906480" cy="1517760"/>
              <a:chOff x="-573120" y="3925800"/>
              <a:chExt cx="906480" cy="1517760"/>
            </a:xfrm>
          </p:grpSpPr>
          <p:sp>
            <p:nvSpPr>
              <p:cNvPr id="995" name="Google Shape;1341;p30"/>
              <p:cNvSpPr/>
              <p:nvPr/>
            </p:nvSpPr>
            <p:spPr>
              <a:xfrm rot="5400000">
                <a:off x="-295200" y="3938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6" name="Google Shape;1342;p30"/>
              <p:cNvSpPr/>
              <p:nvPr/>
            </p:nvSpPr>
            <p:spPr>
              <a:xfrm rot="5400000">
                <a:off x="-115200" y="4511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7" name="Google Shape;1343;p30"/>
              <p:cNvSpPr/>
              <p:nvPr/>
            </p:nvSpPr>
            <p:spPr>
              <a:xfrm rot="5400000">
                <a:off x="-585360" y="43956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8" name="Google Shape;1344;p30"/>
              <p:cNvSpPr/>
              <p:nvPr/>
            </p:nvSpPr>
            <p:spPr>
              <a:xfrm rot="5400000">
                <a:off x="-235800" y="4874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99" name="Google Shape;1345;p30"/>
            <p:cNvGrpSpPr/>
            <p:nvPr/>
          </p:nvGrpSpPr>
          <p:grpSpPr>
            <a:xfrm>
              <a:off x="-622800" y="4022640"/>
              <a:ext cx="2832840" cy="1420560"/>
              <a:chOff x="-622800" y="4022640"/>
              <a:chExt cx="2832840" cy="1420560"/>
            </a:xfrm>
          </p:grpSpPr>
          <p:sp>
            <p:nvSpPr>
              <p:cNvPr id="1000" name="Google Shape;1346;p30"/>
              <p:cNvSpPr/>
              <p:nvPr/>
            </p:nvSpPr>
            <p:spPr>
              <a:xfrm rot="5400000">
                <a:off x="83160" y="331632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01" name="Google Shape;1347;p30"/>
              <p:cNvGrpSpPr/>
              <p:nvPr/>
            </p:nvGrpSpPr>
            <p:grpSpPr>
              <a:xfrm>
                <a:off x="371880" y="4569840"/>
                <a:ext cx="161640" cy="161640"/>
                <a:chOff x="371880" y="4569840"/>
                <a:chExt cx="161640" cy="161640"/>
              </a:xfrm>
            </p:grpSpPr>
            <p:sp>
              <p:nvSpPr>
                <p:cNvPr id="1002" name="Google Shape;1348;p30"/>
                <p:cNvSpPr/>
                <p:nvPr/>
              </p:nvSpPr>
              <p:spPr>
                <a:xfrm>
                  <a:off x="371880" y="456984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3" name="Google Shape;1349;p30"/>
                <p:cNvSpPr/>
                <p:nvPr/>
              </p:nvSpPr>
              <p:spPr>
                <a:xfrm>
                  <a:off x="404280" y="460656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04" name="Google Shape;1350;p30"/>
              <p:cNvGrpSpPr/>
              <p:nvPr/>
            </p:nvGrpSpPr>
            <p:grpSpPr>
              <a:xfrm>
                <a:off x="1754640" y="4988520"/>
                <a:ext cx="161640" cy="161640"/>
                <a:chOff x="1754640" y="4988520"/>
                <a:chExt cx="161640" cy="161640"/>
              </a:xfrm>
            </p:grpSpPr>
            <p:sp>
              <p:nvSpPr>
                <p:cNvPr id="1005" name="Google Shape;1351;p30"/>
                <p:cNvSpPr/>
                <p:nvPr/>
              </p:nvSpPr>
              <p:spPr>
                <a:xfrm rot="10800000">
                  <a:off x="1754640" y="498852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6" name="Google Shape;1352;p30"/>
                <p:cNvSpPr/>
                <p:nvPr/>
              </p:nvSpPr>
              <p:spPr>
                <a:xfrm rot="10800000">
                  <a:off x="1787040" y="50248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007" name="Google Shape;1353;p30"/>
            <p:cNvSpPr/>
            <p:nvPr/>
          </p:nvSpPr>
          <p:spPr>
            <a:xfrm rot="16200000">
              <a:off x="289080" y="377280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08" name="Google Shape;1354;p30"/>
          <p:cNvGrpSpPr/>
          <p:nvPr/>
        </p:nvGrpSpPr>
        <p:grpSpPr>
          <a:xfrm>
            <a:off x="6323760" y="-1678320"/>
            <a:ext cx="4188960" cy="3066120"/>
            <a:chOff x="6323760" y="-1678320"/>
            <a:chExt cx="4188960" cy="3066120"/>
          </a:xfrm>
        </p:grpSpPr>
        <p:sp>
          <p:nvSpPr>
            <p:cNvPr id="1009" name="Google Shape;1355;p30"/>
            <p:cNvSpPr/>
            <p:nvPr/>
          </p:nvSpPr>
          <p:spPr>
            <a:xfrm rot="16200000">
              <a:off x="6960960" y="-807840"/>
              <a:ext cx="1558440" cy="2832840"/>
            </a:xfrm>
            <a:custGeom>
              <a:avLst/>
              <a:gdLst>
                <a:gd name="textAreaLeft" fmla="*/ 0 w 1558440"/>
                <a:gd name="textAreaRight" fmla="*/ 1558800 w 155844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1010" name="Google Shape;1356;p30"/>
            <p:cNvPicPr/>
            <p:nvPr/>
          </p:nvPicPr>
          <p:blipFill>
            <a:blip r:embed="rId2"/>
            <a:srcRect l="16959" t="24713" r="7122" b="26173"/>
            <a:stretch/>
          </p:blipFill>
          <p:spPr>
            <a:xfrm>
              <a:off x="6739920" y="-1678320"/>
              <a:ext cx="3772800" cy="2879640"/>
            </a:xfrm>
            <a:prstGeom prst="rect">
              <a:avLst/>
            </a:prstGeom>
            <a:noFill/>
            <a:ln w="0">
              <a:noFill/>
            </a:ln>
          </p:spPr>
        </p:pic>
        <p:sp>
          <p:nvSpPr>
            <p:cNvPr id="1011" name="Google Shape;1357;p30"/>
            <p:cNvSpPr/>
            <p:nvPr/>
          </p:nvSpPr>
          <p:spPr>
            <a:xfrm>
              <a:off x="8445240" y="-80640"/>
              <a:ext cx="903960" cy="865440"/>
            </a:xfrm>
            <a:custGeom>
              <a:avLst/>
              <a:gdLst>
                <a:gd name="textAreaLeft" fmla="*/ 0 w 903960"/>
                <a:gd name="textAreaRight" fmla="*/ 904320 w 903960"/>
                <a:gd name="textAreaTop" fmla="*/ 0 h 865440"/>
                <a:gd name="textAreaBottom" fmla="*/ 865800 h 86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12" name="Google Shape;1358;p30"/>
            <p:cNvGrpSpPr/>
            <p:nvPr/>
          </p:nvGrpSpPr>
          <p:grpSpPr>
            <a:xfrm>
              <a:off x="8658000" y="-59040"/>
              <a:ext cx="174960" cy="822960"/>
              <a:chOff x="8658000" y="-59040"/>
              <a:chExt cx="174960" cy="822960"/>
            </a:xfrm>
          </p:grpSpPr>
          <p:sp>
            <p:nvSpPr>
              <p:cNvPr id="1013" name="Google Shape;1359;p30"/>
              <p:cNvSpPr/>
              <p:nvPr/>
            </p:nvSpPr>
            <p:spPr>
              <a:xfrm rot="18900000">
                <a:off x="8683560" y="61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4" name="Google Shape;1360;p30"/>
              <p:cNvSpPr/>
              <p:nvPr/>
            </p:nvSpPr>
            <p:spPr>
              <a:xfrm rot="18900000">
                <a:off x="8683560" y="5068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5" name="Google Shape;1361;p30"/>
              <p:cNvSpPr/>
              <p:nvPr/>
            </p:nvSpPr>
            <p:spPr>
              <a:xfrm rot="18900000">
                <a:off x="8683560" y="398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6" name="Google Shape;1362;p30"/>
              <p:cNvSpPr/>
              <p:nvPr/>
            </p:nvSpPr>
            <p:spPr>
              <a:xfrm rot="18900000">
                <a:off x="8683200" y="290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7" name="Google Shape;1363;p30"/>
              <p:cNvSpPr/>
              <p:nvPr/>
            </p:nvSpPr>
            <p:spPr>
              <a:xfrm rot="18900000">
                <a:off x="8683920" y="183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8" name="Google Shape;1364;p30"/>
              <p:cNvSpPr/>
              <p:nvPr/>
            </p:nvSpPr>
            <p:spPr>
              <a:xfrm rot="18900000">
                <a:off x="8683560" y="7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9" name="Google Shape;1365;p30"/>
              <p:cNvSpPr/>
              <p:nvPr/>
            </p:nvSpPr>
            <p:spPr>
              <a:xfrm rot="18900000">
                <a:off x="8683560" y="-334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20" name="Google Shape;1366;p30"/>
            <p:cNvGrpSpPr/>
            <p:nvPr/>
          </p:nvGrpSpPr>
          <p:grpSpPr>
            <a:xfrm>
              <a:off x="8907480" y="-59040"/>
              <a:ext cx="174600" cy="822960"/>
              <a:chOff x="8907480" y="-59040"/>
              <a:chExt cx="174600" cy="822960"/>
            </a:xfrm>
          </p:grpSpPr>
          <p:sp>
            <p:nvSpPr>
              <p:cNvPr id="1021" name="Google Shape;1367;p30"/>
              <p:cNvSpPr/>
              <p:nvPr/>
            </p:nvSpPr>
            <p:spPr>
              <a:xfrm rot="18900000">
                <a:off x="8933040" y="61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2" name="Google Shape;1368;p30"/>
              <p:cNvSpPr/>
              <p:nvPr/>
            </p:nvSpPr>
            <p:spPr>
              <a:xfrm rot="18900000">
                <a:off x="8933040" y="5068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3" name="Google Shape;1369;p30"/>
              <p:cNvSpPr/>
              <p:nvPr/>
            </p:nvSpPr>
            <p:spPr>
              <a:xfrm rot="18900000">
                <a:off x="8933040" y="398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4" name="Google Shape;1370;p30"/>
              <p:cNvSpPr/>
              <p:nvPr/>
            </p:nvSpPr>
            <p:spPr>
              <a:xfrm rot="18900000">
                <a:off x="8932680" y="290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371;p30"/>
              <p:cNvSpPr/>
              <p:nvPr/>
            </p:nvSpPr>
            <p:spPr>
              <a:xfrm rot="18900000">
                <a:off x="8933040" y="183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6" name="Google Shape;1372;p30"/>
              <p:cNvSpPr/>
              <p:nvPr/>
            </p:nvSpPr>
            <p:spPr>
              <a:xfrm rot="18900000">
                <a:off x="8933040" y="7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7" name="Google Shape;1373;p30"/>
              <p:cNvSpPr/>
              <p:nvPr/>
            </p:nvSpPr>
            <p:spPr>
              <a:xfrm rot="18900000">
                <a:off x="8933040" y="-334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28" name="Google Shape;1374;p30"/>
          <p:cNvGrpSpPr/>
          <p:nvPr/>
        </p:nvGrpSpPr>
        <p:grpSpPr>
          <a:xfrm>
            <a:off x="8854560" y="2261160"/>
            <a:ext cx="620640" cy="620640"/>
            <a:chOff x="8854560" y="2261160"/>
            <a:chExt cx="620640" cy="620640"/>
          </a:xfrm>
        </p:grpSpPr>
        <p:sp>
          <p:nvSpPr>
            <p:cNvPr id="1029" name="Google Shape;1375;p30"/>
            <p:cNvSpPr/>
            <p:nvPr/>
          </p:nvSpPr>
          <p:spPr>
            <a:xfrm rot="2700000">
              <a:off x="8945280" y="23518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0" name="Google Shape;1376;p30"/>
            <p:cNvSpPr/>
            <p:nvPr/>
          </p:nvSpPr>
          <p:spPr>
            <a:xfrm rot="2700000">
              <a:off x="9033480" y="24519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53" name="PlaceHolder 2"/>
          <p:cNvSpPr>
            <a:spLocks noGrp="1"/>
          </p:cNvSpPr>
          <p:nvPr>
            <p:ph type="title"/>
          </p:nvPr>
        </p:nvSpPr>
        <p:spPr>
          <a:xfrm>
            <a:off x="720000" y="1344600"/>
            <a:ext cx="1057320" cy="639720"/>
          </a:xfrm>
          <a:prstGeom prst="rect">
            <a:avLst/>
          </a:prstGeom>
          <a:noFill/>
          <a:ln w="0">
            <a:noFill/>
          </a:ln>
        </p:spPr>
        <p:txBody>
          <a:bodyPr lIns="91440" tIns="91440" rIns="91440" bIns="91440" anchor="b">
            <a:noAutofit/>
          </a:bodyPr>
          <a:lstStyle/>
          <a:p>
            <a:pPr indent="0">
              <a:lnSpc>
                <a:spcPct val="115000"/>
              </a:lnSpc>
              <a:buNone/>
            </a:pPr>
            <a:r>
              <a:rPr lang="fr-FR" sz="3000" b="1" u="none" strike="noStrike">
                <a:solidFill>
                  <a:schemeClr val="dk2"/>
                </a:solidFill>
                <a:effectLst/>
                <a:uFillTx/>
                <a:latin typeface="Poppins"/>
                <a:ea typeface="Poppins"/>
              </a:rPr>
              <a:t>xx%</a:t>
            </a:r>
            <a:endParaRPr lang="fr-FR" sz="3000" b="0" u="none" strike="noStrike">
              <a:solidFill>
                <a:schemeClr val="dk1"/>
              </a:solidFill>
              <a:effectLst/>
              <a:uFillTx/>
              <a:latin typeface="Arial"/>
            </a:endParaRPr>
          </a:p>
        </p:txBody>
      </p:sp>
      <p:sp>
        <p:nvSpPr>
          <p:cNvPr id="154" name="PlaceHolder 3"/>
          <p:cNvSpPr>
            <a:spLocks noGrp="1"/>
          </p:cNvSpPr>
          <p:nvPr>
            <p:ph type="title"/>
          </p:nvPr>
        </p:nvSpPr>
        <p:spPr>
          <a:xfrm>
            <a:off x="720000" y="3040920"/>
            <a:ext cx="1057320" cy="639720"/>
          </a:xfrm>
          <a:prstGeom prst="rect">
            <a:avLst/>
          </a:prstGeom>
          <a:noFill/>
          <a:ln w="0">
            <a:noFill/>
          </a:ln>
        </p:spPr>
        <p:txBody>
          <a:bodyPr lIns="91440" tIns="91440" rIns="91440" bIns="91440" anchor="b">
            <a:noAutofit/>
          </a:bodyPr>
          <a:lstStyle/>
          <a:p>
            <a:pPr indent="0">
              <a:lnSpc>
                <a:spcPct val="115000"/>
              </a:lnSpc>
              <a:buNone/>
            </a:pPr>
            <a:r>
              <a:rPr lang="fr-FR" sz="3000" b="1" u="none" strike="noStrike">
                <a:solidFill>
                  <a:schemeClr val="dk2"/>
                </a:solidFill>
                <a:effectLst/>
                <a:uFillTx/>
                <a:latin typeface="Poppins"/>
                <a:ea typeface="Poppins"/>
              </a:rPr>
              <a:t>xx%</a:t>
            </a:r>
            <a:endParaRPr lang="fr-FR" sz="3000" b="0" u="none" strike="noStrike">
              <a:solidFill>
                <a:schemeClr val="dk1"/>
              </a:solidFill>
              <a:effectLst/>
              <a:uFillTx/>
              <a:latin typeface="Arial"/>
            </a:endParaRPr>
          </a:p>
        </p:txBody>
      </p:sp>
      <p:sp>
        <p:nvSpPr>
          <p:cNvPr id="155" name="PlaceHolder 4"/>
          <p:cNvSpPr>
            <a:spLocks noGrp="1"/>
          </p:cNvSpPr>
          <p:nvPr>
            <p:ph type="title"/>
          </p:nvPr>
        </p:nvSpPr>
        <p:spPr>
          <a:xfrm>
            <a:off x="4366800" y="1344600"/>
            <a:ext cx="1057320" cy="639720"/>
          </a:xfrm>
          <a:prstGeom prst="rect">
            <a:avLst/>
          </a:prstGeom>
          <a:noFill/>
          <a:ln w="0">
            <a:noFill/>
          </a:ln>
        </p:spPr>
        <p:txBody>
          <a:bodyPr lIns="91440" tIns="91440" rIns="91440" bIns="91440" anchor="b">
            <a:noAutofit/>
          </a:bodyPr>
          <a:lstStyle/>
          <a:p>
            <a:pPr indent="0">
              <a:lnSpc>
                <a:spcPct val="115000"/>
              </a:lnSpc>
              <a:buNone/>
            </a:pPr>
            <a:r>
              <a:rPr lang="fr-FR" sz="3000" b="1" u="none" strike="noStrike">
                <a:solidFill>
                  <a:schemeClr val="dk2"/>
                </a:solidFill>
                <a:effectLst/>
                <a:uFillTx/>
                <a:latin typeface="Poppins"/>
                <a:ea typeface="Poppins"/>
              </a:rPr>
              <a:t>xx%</a:t>
            </a:r>
            <a:endParaRPr lang="fr-FR" sz="3000" b="0" u="none" strike="noStrike">
              <a:solidFill>
                <a:schemeClr val="dk1"/>
              </a:solidFill>
              <a:effectLst/>
              <a:uFillTx/>
              <a:latin typeface="Arial"/>
            </a:endParaRPr>
          </a:p>
        </p:txBody>
      </p:sp>
      <p:sp>
        <p:nvSpPr>
          <p:cNvPr id="156" name="PlaceHolder 5"/>
          <p:cNvSpPr>
            <a:spLocks noGrp="1"/>
          </p:cNvSpPr>
          <p:nvPr>
            <p:ph type="title"/>
          </p:nvPr>
        </p:nvSpPr>
        <p:spPr>
          <a:xfrm>
            <a:off x="4366800" y="3040920"/>
            <a:ext cx="1057320" cy="639720"/>
          </a:xfrm>
          <a:prstGeom prst="rect">
            <a:avLst/>
          </a:prstGeom>
          <a:noFill/>
          <a:ln w="0">
            <a:noFill/>
          </a:ln>
        </p:spPr>
        <p:txBody>
          <a:bodyPr lIns="91440" tIns="91440" rIns="91440" bIns="91440" anchor="b">
            <a:noAutofit/>
          </a:bodyPr>
          <a:lstStyle/>
          <a:p>
            <a:pPr indent="0">
              <a:lnSpc>
                <a:spcPct val="115000"/>
              </a:lnSpc>
              <a:buNone/>
            </a:pPr>
            <a:r>
              <a:rPr lang="fr-FR" sz="3000" b="1" u="none" strike="noStrike">
                <a:solidFill>
                  <a:schemeClr val="dk2"/>
                </a:solidFill>
                <a:effectLst/>
                <a:uFillTx/>
                <a:latin typeface="Poppins"/>
                <a:ea typeface="Poppins"/>
              </a:rPr>
              <a:t>xx%</a:t>
            </a:r>
            <a:endParaRPr lang="fr-FR" sz="3000" b="0" u="none" strike="noStrike">
              <a:solidFill>
                <a:schemeClr val="dk1"/>
              </a:solidFill>
              <a:effectLst/>
              <a:uFillTx/>
              <a:latin typeface="Arial"/>
            </a:endParaRPr>
          </a:p>
        </p:txBody>
      </p:sp>
      <p:grpSp>
        <p:nvGrpSpPr>
          <p:cNvPr id="157" name="Google Shape;508;p13"/>
          <p:cNvGrpSpPr/>
          <p:nvPr/>
        </p:nvGrpSpPr>
        <p:grpSpPr>
          <a:xfrm>
            <a:off x="-693000" y="2711880"/>
            <a:ext cx="1981440" cy="3308400"/>
            <a:chOff x="-693000" y="2711880"/>
            <a:chExt cx="1981440" cy="3308400"/>
          </a:xfrm>
        </p:grpSpPr>
        <p:sp>
          <p:nvSpPr>
            <p:cNvPr id="158" name="Google Shape;509;p13"/>
            <p:cNvSpPr/>
            <p:nvPr/>
          </p:nvSpPr>
          <p:spPr>
            <a:xfrm flipH="1">
              <a:off x="-504720" y="4279320"/>
              <a:ext cx="1139040" cy="986400"/>
            </a:xfrm>
            <a:custGeom>
              <a:avLst/>
              <a:gdLst>
                <a:gd name="textAreaLeft" fmla="*/ 360 w 1139040"/>
                <a:gd name="textAreaRight" fmla="*/ 1139760 w 1139040"/>
                <a:gd name="textAreaTop" fmla="*/ 0 h 986400"/>
                <a:gd name="textAreaBottom" fmla="*/ 986760 h 9864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9" name="Google Shape;510;p13"/>
            <p:cNvGrpSpPr/>
            <p:nvPr/>
          </p:nvGrpSpPr>
          <p:grpSpPr>
            <a:xfrm>
              <a:off x="171000" y="4682160"/>
              <a:ext cx="327960" cy="328320"/>
              <a:chOff x="171000" y="4682160"/>
              <a:chExt cx="327960" cy="328320"/>
            </a:xfrm>
          </p:grpSpPr>
          <p:sp>
            <p:nvSpPr>
              <p:cNvPr id="160" name="Google Shape;511;p13"/>
              <p:cNvSpPr/>
              <p:nvPr/>
            </p:nvSpPr>
            <p:spPr>
              <a:xfrm>
                <a:off x="171000" y="46821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512;p13"/>
              <p:cNvSpPr/>
              <p:nvPr/>
            </p:nvSpPr>
            <p:spPr>
              <a:xfrm>
                <a:off x="206280" y="47178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513;p13"/>
              <p:cNvSpPr/>
              <p:nvPr/>
            </p:nvSpPr>
            <p:spPr>
              <a:xfrm>
                <a:off x="241920" y="4753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514;p13"/>
              <p:cNvSpPr/>
              <p:nvPr/>
            </p:nvSpPr>
            <p:spPr>
              <a:xfrm>
                <a:off x="277200" y="478872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515;p13"/>
              <p:cNvSpPr/>
              <p:nvPr/>
            </p:nvSpPr>
            <p:spPr>
              <a:xfrm>
                <a:off x="312840" y="48240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516;p13"/>
              <p:cNvSpPr/>
              <p:nvPr/>
            </p:nvSpPr>
            <p:spPr>
              <a:xfrm>
                <a:off x="348480" y="485964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517;p13"/>
              <p:cNvSpPr/>
              <p:nvPr/>
            </p:nvSpPr>
            <p:spPr>
              <a:xfrm>
                <a:off x="383400" y="489492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7" name="Google Shape;518;p13"/>
            <p:cNvGrpSpPr/>
            <p:nvPr/>
          </p:nvGrpSpPr>
          <p:grpSpPr>
            <a:xfrm>
              <a:off x="-693000" y="2711880"/>
              <a:ext cx="1116720" cy="1598040"/>
              <a:chOff x="-693000" y="2711880"/>
              <a:chExt cx="1116720" cy="1598040"/>
            </a:xfrm>
          </p:grpSpPr>
          <p:sp>
            <p:nvSpPr>
              <p:cNvPr id="168" name="Google Shape;519;p13"/>
              <p:cNvSpPr/>
              <p:nvPr/>
            </p:nvSpPr>
            <p:spPr>
              <a:xfrm rot="9000000">
                <a:off x="-283680" y="26593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rgbClr val="0C0A9E">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69" name="Google Shape;520;p13"/>
              <p:cNvGrpSpPr/>
              <p:nvPr/>
            </p:nvGrpSpPr>
            <p:grpSpPr>
              <a:xfrm>
                <a:off x="290160" y="4120920"/>
                <a:ext cx="133560" cy="133560"/>
                <a:chOff x="290160" y="4120920"/>
                <a:chExt cx="133560" cy="133560"/>
              </a:xfrm>
            </p:grpSpPr>
            <p:sp>
              <p:nvSpPr>
                <p:cNvPr id="170" name="Google Shape;521;p13"/>
                <p:cNvSpPr/>
                <p:nvPr/>
              </p:nvSpPr>
              <p:spPr>
                <a:xfrm>
                  <a:off x="290160" y="412092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522;p13"/>
                <p:cNvSpPr/>
                <p:nvPr/>
              </p:nvSpPr>
              <p:spPr>
                <a:xfrm>
                  <a:off x="317160" y="415152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72" name="Google Shape;523;p13"/>
            <p:cNvGrpSpPr/>
            <p:nvPr/>
          </p:nvGrpSpPr>
          <p:grpSpPr>
            <a:xfrm>
              <a:off x="-132840" y="3610800"/>
              <a:ext cx="363960" cy="1786680"/>
              <a:chOff x="-132840" y="3610800"/>
              <a:chExt cx="363960" cy="1786680"/>
            </a:xfrm>
          </p:grpSpPr>
          <p:sp>
            <p:nvSpPr>
              <p:cNvPr id="173" name="Google Shape;524;p13"/>
              <p:cNvSpPr/>
              <p:nvPr/>
            </p:nvSpPr>
            <p:spPr>
              <a:xfrm rot="21519000">
                <a:off x="-35280" y="369180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rgbClr val="0C0A9E">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74" name="Google Shape;525;p13"/>
              <p:cNvGrpSpPr/>
              <p:nvPr/>
            </p:nvGrpSpPr>
            <p:grpSpPr>
              <a:xfrm>
                <a:off x="-132840" y="3610800"/>
                <a:ext cx="181440" cy="181080"/>
                <a:chOff x="-132840" y="3610800"/>
                <a:chExt cx="181440" cy="181080"/>
              </a:xfrm>
            </p:grpSpPr>
            <p:sp>
              <p:nvSpPr>
                <p:cNvPr id="175" name="Google Shape;526;p13"/>
                <p:cNvSpPr/>
                <p:nvPr/>
              </p:nvSpPr>
              <p:spPr>
                <a:xfrm rot="12519000">
                  <a:off x="-108720" y="36342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 name="Google Shape;527;p13"/>
                <p:cNvSpPr/>
                <p:nvPr/>
              </p:nvSpPr>
              <p:spPr>
                <a:xfrm rot="12519000">
                  <a:off x="-81720" y="36644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77" name="Google Shape;528;p13"/>
            <p:cNvGrpSpPr/>
            <p:nvPr/>
          </p:nvGrpSpPr>
          <p:grpSpPr>
            <a:xfrm>
              <a:off x="171720" y="4422600"/>
              <a:ext cx="1116720" cy="1597680"/>
              <a:chOff x="171720" y="4422600"/>
              <a:chExt cx="1116720" cy="1597680"/>
            </a:xfrm>
          </p:grpSpPr>
          <p:sp>
            <p:nvSpPr>
              <p:cNvPr id="178" name="Google Shape;529;p13"/>
              <p:cNvSpPr/>
              <p:nvPr/>
            </p:nvSpPr>
            <p:spPr>
              <a:xfrm rot="19800000">
                <a:off x="632520" y="436968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rgbClr val="0C0A9E">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79" name="Google Shape;530;p13"/>
              <p:cNvGrpSpPr/>
              <p:nvPr/>
            </p:nvGrpSpPr>
            <p:grpSpPr>
              <a:xfrm>
                <a:off x="171720" y="4478040"/>
                <a:ext cx="133560" cy="133560"/>
                <a:chOff x="171720" y="4478040"/>
                <a:chExt cx="133560" cy="133560"/>
              </a:xfrm>
            </p:grpSpPr>
            <p:sp>
              <p:nvSpPr>
                <p:cNvPr id="180" name="Google Shape;531;p13"/>
                <p:cNvSpPr/>
                <p:nvPr/>
              </p:nvSpPr>
              <p:spPr>
                <a:xfrm rot="10800000">
                  <a:off x="171720" y="447804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532;p13"/>
                <p:cNvSpPr/>
                <p:nvPr/>
              </p:nvSpPr>
              <p:spPr>
                <a:xfrm rot="10800000">
                  <a:off x="198360" y="450828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82" name="Google Shape;533;p13"/>
          <p:cNvGrpSpPr/>
          <p:nvPr/>
        </p:nvGrpSpPr>
        <p:grpSpPr>
          <a:xfrm>
            <a:off x="6471000" y="-1724760"/>
            <a:ext cx="4026960" cy="4161240"/>
            <a:chOff x="6471000" y="-1724760"/>
            <a:chExt cx="4026960" cy="4161240"/>
          </a:xfrm>
        </p:grpSpPr>
        <p:grpSp>
          <p:nvGrpSpPr>
            <p:cNvPr id="183" name="Google Shape;534;p13"/>
            <p:cNvGrpSpPr/>
            <p:nvPr/>
          </p:nvGrpSpPr>
          <p:grpSpPr>
            <a:xfrm>
              <a:off x="6576120" y="-1724760"/>
              <a:ext cx="3921840" cy="4161240"/>
              <a:chOff x="6576120" y="-1724760"/>
              <a:chExt cx="3921840" cy="4161240"/>
            </a:xfrm>
          </p:grpSpPr>
          <p:sp>
            <p:nvSpPr>
              <p:cNvPr id="184" name="Google Shape;535;p13"/>
              <p:cNvSpPr/>
              <p:nvPr/>
            </p:nvSpPr>
            <p:spPr>
              <a:xfrm rot="8100000" flipV="1">
                <a:off x="7268040" y="-1267920"/>
                <a:ext cx="2538000" cy="3008520"/>
              </a:xfrm>
              <a:custGeom>
                <a:avLst/>
                <a:gdLst>
                  <a:gd name="textAreaLeft" fmla="*/ 0 w 2538000"/>
                  <a:gd name="textAreaRight" fmla="*/ 2538360 w 2538000"/>
                  <a:gd name="textAreaTop" fmla="*/ -360 h 3008520"/>
                  <a:gd name="textAreaBottom" fmla="*/ 3008520 h 30085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536;p13"/>
              <p:cNvSpPr/>
              <p:nvPr/>
            </p:nvSpPr>
            <p:spPr>
              <a:xfrm rot="8100000" flipV="1">
                <a:off x="7034760" y="-934200"/>
                <a:ext cx="1852560" cy="1936800"/>
              </a:xfrm>
              <a:custGeom>
                <a:avLst/>
                <a:gdLst>
                  <a:gd name="textAreaLeft" fmla="*/ 0 w 1852560"/>
                  <a:gd name="textAreaRight" fmla="*/ 1852920 w 1852560"/>
                  <a:gd name="textAreaTop" fmla="*/ 360 h 1936800"/>
                  <a:gd name="textAreaBottom" fmla="*/ 1937520 h 19368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537;p13"/>
              <p:cNvSpPr/>
              <p:nvPr/>
            </p:nvSpPr>
            <p:spPr>
              <a:xfrm rot="8100000" flipV="1">
                <a:off x="7483680" y="-1037520"/>
                <a:ext cx="1997640" cy="3242880"/>
              </a:xfrm>
              <a:custGeom>
                <a:avLst/>
                <a:gdLst>
                  <a:gd name="textAreaLeft" fmla="*/ 0 w 1997640"/>
                  <a:gd name="textAreaRight" fmla="*/ 1998000 w 1997640"/>
                  <a:gd name="textAreaTop" fmla="*/ 360 h 3242880"/>
                  <a:gd name="textAreaBottom" fmla="*/ 3243600 h 3242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7" name="Google Shape;538;p13"/>
            <p:cNvSpPr/>
            <p:nvPr/>
          </p:nvSpPr>
          <p:spPr>
            <a:xfrm>
              <a:off x="6471000" y="-76320"/>
              <a:ext cx="283680" cy="245520"/>
            </a:xfrm>
            <a:custGeom>
              <a:avLst/>
              <a:gdLst>
                <a:gd name="textAreaLeft" fmla="*/ 0 w 283680"/>
                <a:gd name="textAreaRight" fmla="*/ 284040 w 283680"/>
                <a:gd name="textAreaTop" fmla="*/ 0 h 245520"/>
                <a:gd name="textAreaBottom" fmla="*/ 245880 h 245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0C0A9E">
                    <a:alpha val="2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539;p13"/>
            <p:cNvSpPr/>
            <p:nvPr/>
          </p:nvSpPr>
          <p:spPr>
            <a:xfrm>
              <a:off x="6703920" y="-125280"/>
              <a:ext cx="570240" cy="493560"/>
            </a:xfrm>
            <a:custGeom>
              <a:avLst/>
              <a:gdLst>
                <a:gd name="textAreaLeft" fmla="*/ 0 w 570240"/>
                <a:gd name="textAreaRight" fmla="*/ 570600 w 570240"/>
                <a:gd name="textAreaTop" fmla="*/ 0 h 493560"/>
                <a:gd name="textAreaBottom" fmla="*/ 493920 h 4935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9" name="Google Shape;540;p13"/>
          <p:cNvGrpSpPr/>
          <p:nvPr/>
        </p:nvGrpSpPr>
        <p:grpSpPr>
          <a:xfrm>
            <a:off x="783360" y="-601200"/>
            <a:ext cx="993960" cy="1794960"/>
            <a:chOff x="783360" y="-601200"/>
            <a:chExt cx="993960" cy="1794960"/>
          </a:xfrm>
        </p:grpSpPr>
        <p:sp>
          <p:nvSpPr>
            <p:cNvPr id="190" name="Google Shape;541;p13"/>
            <p:cNvSpPr/>
            <p:nvPr/>
          </p:nvSpPr>
          <p:spPr>
            <a:xfrm>
              <a:off x="1643400" y="2293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91" name="Google Shape;542;p13"/>
            <p:cNvCxnSpPr/>
            <p:nvPr/>
          </p:nvCxnSpPr>
          <p:spPr>
            <a:xfrm flipV="1">
              <a:off x="783360" y="-601200"/>
              <a:ext cx="360" cy="1795320"/>
            </a:xfrm>
            <a:prstGeom prst="straightConnector1">
              <a:avLst/>
            </a:prstGeom>
            <a:ln w="9525">
              <a:solidFill>
                <a:srgbClr val="0C0A9E"/>
              </a:solidFill>
              <a:round/>
            </a:ln>
          </p:spPr>
        </p:cxnSp>
        <p:sp>
          <p:nvSpPr>
            <p:cNvPr id="192" name="Google Shape;543;p13"/>
            <p:cNvSpPr/>
            <p:nvPr/>
          </p:nvSpPr>
          <p:spPr>
            <a:xfrm>
              <a:off x="1673640" y="2592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713160" y="3349080"/>
            <a:ext cx="6690960" cy="531720"/>
          </a:xfrm>
          <a:prstGeom prst="rect">
            <a:avLst/>
          </a:prstGeom>
          <a:noFill/>
          <a:ln w="0">
            <a:noFill/>
          </a:ln>
        </p:spPr>
        <p:txBody>
          <a:bodyPr lIns="91440" tIns="91440" rIns="91440" bIns="91440" anchor="ctr">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_1_1">
    <p:bg>
      <p:bgPr>
        <a:solidFill>
          <a:schemeClr val="lt1"/>
        </a:solidFill>
        <a:effectLst/>
      </p:bgPr>
    </p:bg>
    <p:spTree>
      <p:nvGrpSpPr>
        <p:cNvPr id="1" name=""/>
        <p:cNvGrpSpPr/>
        <p:nvPr/>
      </p:nvGrpSpPr>
      <p:grpSpPr>
        <a:xfrm>
          <a:off x="0" y="0"/>
          <a:ext cx="0" cy="0"/>
          <a:chOff x="0" y="0"/>
          <a:chExt cx="0" cy="0"/>
        </a:xfrm>
      </p:grpSpPr>
      <p:sp>
        <p:nvSpPr>
          <p:cNvPr id="31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317" name="Google Shape;673;p17"/>
          <p:cNvGrpSpPr/>
          <p:nvPr/>
        </p:nvGrpSpPr>
        <p:grpSpPr>
          <a:xfrm>
            <a:off x="-2176560" y="-112320"/>
            <a:ext cx="4680000" cy="5934600"/>
            <a:chOff x="-2176560" y="-112320"/>
            <a:chExt cx="4680000" cy="5934600"/>
          </a:xfrm>
        </p:grpSpPr>
        <p:grpSp>
          <p:nvGrpSpPr>
            <p:cNvPr id="318" name="Google Shape;674;p17"/>
            <p:cNvGrpSpPr/>
            <p:nvPr/>
          </p:nvGrpSpPr>
          <p:grpSpPr>
            <a:xfrm>
              <a:off x="-2176560" y="-112320"/>
              <a:ext cx="4680000" cy="5934600"/>
              <a:chOff x="-2176560" y="-112320"/>
              <a:chExt cx="4680000" cy="5934600"/>
            </a:xfrm>
          </p:grpSpPr>
          <p:sp>
            <p:nvSpPr>
              <p:cNvPr id="319" name="Google Shape;675;p17"/>
              <p:cNvSpPr/>
              <p:nvPr/>
            </p:nvSpPr>
            <p:spPr>
              <a:xfrm rot="18900000">
                <a:off x="-1523880" y="2178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0" name="Google Shape;676;p17"/>
              <p:cNvGrpSpPr/>
              <p:nvPr/>
            </p:nvGrpSpPr>
            <p:grpSpPr>
              <a:xfrm>
                <a:off x="214200" y="4320360"/>
                <a:ext cx="174600" cy="822960"/>
                <a:chOff x="214200" y="4320360"/>
                <a:chExt cx="174600" cy="822960"/>
              </a:xfrm>
            </p:grpSpPr>
            <p:sp>
              <p:nvSpPr>
                <p:cNvPr id="321" name="Google Shape;677;p17"/>
                <p:cNvSpPr/>
                <p:nvPr/>
              </p:nvSpPr>
              <p:spPr>
                <a:xfrm rot="18900000">
                  <a:off x="239400" y="49946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678;p17"/>
                <p:cNvSpPr/>
                <p:nvPr/>
              </p:nvSpPr>
              <p:spPr>
                <a:xfrm rot="18900000">
                  <a:off x="239760" y="48862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3" name="Google Shape;679;p17"/>
                <p:cNvSpPr/>
                <p:nvPr/>
              </p:nvSpPr>
              <p:spPr>
                <a:xfrm rot="18900000">
                  <a:off x="239400" y="47782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4" name="Google Shape;680;p17"/>
                <p:cNvSpPr/>
                <p:nvPr/>
              </p:nvSpPr>
              <p:spPr>
                <a:xfrm rot="18900000">
                  <a:off x="239400" y="46702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681;p17"/>
                <p:cNvSpPr/>
                <p:nvPr/>
              </p:nvSpPr>
              <p:spPr>
                <a:xfrm rot="18900000">
                  <a:off x="239760" y="4562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6" name="Google Shape;682;p17"/>
                <p:cNvSpPr/>
                <p:nvPr/>
              </p:nvSpPr>
              <p:spPr>
                <a:xfrm rot="18900000">
                  <a:off x="239400" y="4454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683;p17"/>
                <p:cNvSpPr/>
                <p:nvPr/>
              </p:nvSpPr>
              <p:spPr>
                <a:xfrm rot="18900000">
                  <a:off x="239760" y="43455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28" name="Google Shape;684;p17"/>
              <p:cNvGrpSpPr/>
              <p:nvPr/>
            </p:nvGrpSpPr>
            <p:grpSpPr>
              <a:xfrm>
                <a:off x="20520" y="2584080"/>
                <a:ext cx="174600" cy="823320"/>
                <a:chOff x="20520" y="2584080"/>
                <a:chExt cx="174600" cy="823320"/>
              </a:xfrm>
            </p:grpSpPr>
            <p:sp>
              <p:nvSpPr>
                <p:cNvPr id="329" name="Google Shape;685;p17"/>
                <p:cNvSpPr/>
                <p:nvPr/>
              </p:nvSpPr>
              <p:spPr>
                <a:xfrm rot="18900000">
                  <a:off x="45720" y="32587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686;p17"/>
                <p:cNvSpPr/>
                <p:nvPr/>
              </p:nvSpPr>
              <p:spPr>
                <a:xfrm rot="18900000">
                  <a:off x="46080" y="31503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1" name="Google Shape;687;p17"/>
                <p:cNvSpPr/>
                <p:nvPr/>
              </p:nvSpPr>
              <p:spPr>
                <a:xfrm rot="18900000">
                  <a:off x="45720" y="304236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688;p17"/>
                <p:cNvSpPr/>
                <p:nvPr/>
              </p:nvSpPr>
              <p:spPr>
                <a:xfrm rot="18900000">
                  <a:off x="45720" y="293436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689;p17"/>
                <p:cNvSpPr/>
                <p:nvPr/>
              </p:nvSpPr>
              <p:spPr>
                <a:xfrm rot="18900000">
                  <a:off x="46080" y="28263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690;p17"/>
                <p:cNvSpPr/>
                <p:nvPr/>
              </p:nvSpPr>
              <p:spPr>
                <a:xfrm rot="18900000">
                  <a:off x="45720" y="27183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5" name="Google Shape;691;p17"/>
                <p:cNvSpPr/>
                <p:nvPr/>
              </p:nvSpPr>
              <p:spPr>
                <a:xfrm rot="18900000">
                  <a:off x="46080" y="26092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36" name="Google Shape;692;p17"/>
              <p:cNvSpPr/>
              <p:nvPr/>
            </p:nvSpPr>
            <p:spPr>
              <a:xfrm rot="2700000" flipH="1">
                <a:off x="-1073880" y="47376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EB9109"/>
                  </a:gs>
                  <a:gs pos="78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7" name="Google Shape;693;p17"/>
            <p:cNvGrpSpPr/>
            <p:nvPr/>
          </p:nvGrpSpPr>
          <p:grpSpPr>
            <a:xfrm>
              <a:off x="-234360" y="3727440"/>
              <a:ext cx="438840" cy="438840"/>
              <a:chOff x="-234360" y="3727440"/>
              <a:chExt cx="438840" cy="438840"/>
            </a:xfrm>
          </p:grpSpPr>
          <p:sp>
            <p:nvSpPr>
              <p:cNvPr id="338" name="Google Shape;694;p17"/>
              <p:cNvSpPr/>
              <p:nvPr/>
            </p:nvSpPr>
            <p:spPr>
              <a:xfrm>
                <a:off x="-234360" y="37274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695;p17"/>
              <p:cNvSpPr/>
              <p:nvPr/>
            </p:nvSpPr>
            <p:spPr>
              <a:xfrm>
                <a:off x="-146160" y="382752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40" name="Google Shape;696;p17"/>
            <p:cNvGrpSpPr/>
            <p:nvPr/>
          </p:nvGrpSpPr>
          <p:grpSpPr>
            <a:xfrm>
              <a:off x="713520" y="4931640"/>
              <a:ext cx="438840" cy="438840"/>
              <a:chOff x="713520" y="4931640"/>
              <a:chExt cx="438840" cy="438840"/>
            </a:xfrm>
          </p:grpSpPr>
          <p:sp>
            <p:nvSpPr>
              <p:cNvPr id="341" name="Google Shape;697;p17"/>
              <p:cNvSpPr/>
              <p:nvPr/>
            </p:nvSpPr>
            <p:spPr>
              <a:xfrm rot="10800000">
                <a:off x="713520" y="49316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698;p17"/>
              <p:cNvSpPr/>
              <p:nvPr/>
            </p:nvSpPr>
            <p:spPr>
              <a:xfrm rot="10800000">
                <a:off x="801720" y="503100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43" name="Google Shape;699;p17"/>
          <p:cNvGrpSpPr/>
          <p:nvPr/>
        </p:nvGrpSpPr>
        <p:grpSpPr>
          <a:xfrm>
            <a:off x="6642360" y="-392400"/>
            <a:ext cx="4558680" cy="1863360"/>
            <a:chOff x="6642360" y="-392400"/>
            <a:chExt cx="4558680" cy="1863360"/>
          </a:xfrm>
        </p:grpSpPr>
        <p:pic>
          <p:nvPicPr>
            <p:cNvPr id="344" name="Google Shape;700;p17"/>
            <p:cNvPicPr/>
            <p:nvPr/>
          </p:nvPicPr>
          <p:blipFill>
            <a:blip r:embed="rId2"/>
            <a:srcRect l="16959" t="24713" r="7122" b="26173"/>
            <a:stretch/>
          </p:blipFill>
          <p:spPr>
            <a:xfrm>
              <a:off x="8354880" y="-392400"/>
              <a:ext cx="2441520" cy="1863360"/>
            </a:xfrm>
            <a:prstGeom prst="rect">
              <a:avLst/>
            </a:prstGeom>
            <a:noFill/>
            <a:ln w="0">
              <a:noFill/>
            </a:ln>
          </p:spPr>
        </p:pic>
        <p:grpSp>
          <p:nvGrpSpPr>
            <p:cNvPr id="345" name="Google Shape;701;p17"/>
            <p:cNvGrpSpPr/>
            <p:nvPr/>
          </p:nvGrpSpPr>
          <p:grpSpPr>
            <a:xfrm>
              <a:off x="7215120" y="-117000"/>
              <a:ext cx="2584080" cy="1134720"/>
              <a:chOff x="7215120" y="-117000"/>
              <a:chExt cx="2584080" cy="1134720"/>
            </a:xfrm>
          </p:grpSpPr>
          <p:grpSp>
            <p:nvGrpSpPr>
              <p:cNvPr id="346" name="Google Shape;702;p17"/>
              <p:cNvGrpSpPr/>
              <p:nvPr/>
            </p:nvGrpSpPr>
            <p:grpSpPr>
              <a:xfrm>
                <a:off x="7429320" y="-117000"/>
                <a:ext cx="2369880" cy="1134720"/>
                <a:chOff x="7429320" y="-117000"/>
                <a:chExt cx="2369880" cy="1134720"/>
              </a:xfrm>
            </p:grpSpPr>
            <p:sp>
              <p:nvSpPr>
                <p:cNvPr id="347" name="Google Shape;703;p17"/>
                <p:cNvSpPr/>
                <p:nvPr/>
              </p:nvSpPr>
              <p:spPr>
                <a:xfrm rot="16200000">
                  <a:off x="7993080" y="-680400"/>
                  <a:ext cx="1134360" cy="2262240"/>
                </a:xfrm>
                <a:custGeom>
                  <a:avLst/>
                  <a:gdLst>
                    <a:gd name="textAreaLeft" fmla="*/ 0 w 1134360"/>
                    <a:gd name="textAreaRight" fmla="*/ 1134720 w 1134360"/>
                    <a:gd name="textAreaTop" fmla="*/ 0 h 2262240"/>
                    <a:gd name="textAreaBottom" fmla="*/ 2262600 h 2262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704;p17"/>
                <p:cNvSpPr/>
                <p:nvPr/>
              </p:nvSpPr>
              <p:spPr>
                <a:xfrm rot="5400000">
                  <a:off x="8100720" y="-680760"/>
                  <a:ext cx="1134360" cy="2262240"/>
                </a:xfrm>
                <a:custGeom>
                  <a:avLst/>
                  <a:gdLst>
                    <a:gd name="textAreaLeft" fmla="*/ 0 w 1134360"/>
                    <a:gd name="textAreaRight" fmla="*/ 1134720 w 1134360"/>
                    <a:gd name="textAreaTop" fmla="*/ 0 h 2262240"/>
                    <a:gd name="textAreaBottom" fmla="*/ 2262600 h 2262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49" name="Google Shape;705;p17"/>
              <p:cNvSpPr/>
              <p:nvPr/>
            </p:nvSpPr>
            <p:spPr>
              <a:xfrm rot="5400000">
                <a:off x="8213400" y="-4932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706;p17"/>
              <p:cNvSpPr/>
              <p:nvPr/>
            </p:nvSpPr>
            <p:spPr>
              <a:xfrm rot="5400000">
                <a:off x="8574840" y="8172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51" name="Google Shape;707;p17"/>
              <p:cNvGrpSpPr/>
              <p:nvPr/>
            </p:nvGrpSpPr>
            <p:grpSpPr>
              <a:xfrm>
                <a:off x="7215120" y="-91440"/>
                <a:ext cx="1001160" cy="353160"/>
                <a:chOff x="7215120" y="-91440"/>
                <a:chExt cx="1001160" cy="353160"/>
              </a:xfrm>
            </p:grpSpPr>
            <p:sp>
              <p:nvSpPr>
                <p:cNvPr id="352" name="Google Shape;708;p17"/>
                <p:cNvSpPr/>
                <p:nvPr/>
              </p:nvSpPr>
              <p:spPr>
                <a:xfrm rot="13500000" flipV="1">
                  <a:off x="7914960" y="-396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709;p17"/>
                <p:cNvSpPr/>
                <p:nvPr/>
              </p:nvSpPr>
              <p:spPr>
                <a:xfrm rot="13500000" flipV="1">
                  <a:off x="7807320" y="-396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710;p17"/>
                <p:cNvSpPr/>
                <p:nvPr/>
              </p:nvSpPr>
              <p:spPr>
                <a:xfrm rot="13500000" flipV="1">
                  <a:off x="7698960" y="-396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711;p17"/>
                <p:cNvSpPr/>
                <p:nvPr/>
              </p:nvSpPr>
              <p:spPr>
                <a:xfrm rot="13500000" flipV="1">
                  <a:off x="7590960" y="-39960"/>
                  <a:ext cx="249480" cy="249120"/>
                </a:xfrm>
                <a:custGeom>
                  <a:avLst/>
                  <a:gdLst>
                    <a:gd name="textAreaLeft" fmla="*/ 0 w 249480"/>
                    <a:gd name="textAreaRight" fmla="*/ 249840 w 249480"/>
                    <a:gd name="textAreaTop" fmla="*/ 360 h 249120"/>
                    <a:gd name="textAreaBottom" fmla="*/ 24984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712;p17"/>
                <p:cNvSpPr/>
                <p:nvPr/>
              </p:nvSpPr>
              <p:spPr>
                <a:xfrm rot="13500000" flipV="1">
                  <a:off x="7482600" y="-3924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713;p17"/>
                <p:cNvSpPr/>
                <p:nvPr/>
              </p:nvSpPr>
              <p:spPr>
                <a:xfrm rot="13500000" flipV="1">
                  <a:off x="7374600" y="-39240"/>
                  <a:ext cx="249120" cy="249120"/>
                </a:xfrm>
                <a:custGeom>
                  <a:avLst/>
                  <a:gdLst>
                    <a:gd name="textAreaLeft" fmla="*/ 0 w 249120"/>
                    <a:gd name="textAreaRight" fmla="*/ 249480 w 249120"/>
                    <a:gd name="textAreaTop" fmla="*/ 360 h 249120"/>
                    <a:gd name="textAreaBottom" fmla="*/ 24984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714;p17"/>
                <p:cNvSpPr/>
                <p:nvPr/>
              </p:nvSpPr>
              <p:spPr>
                <a:xfrm rot="13500000" flipV="1">
                  <a:off x="7266600" y="-3924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59" name="Google Shape;715;p17"/>
            <p:cNvGrpSpPr/>
            <p:nvPr/>
          </p:nvGrpSpPr>
          <p:grpSpPr>
            <a:xfrm>
              <a:off x="6642360" y="234000"/>
              <a:ext cx="4558680" cy="133920"/>
              <a:chOff x="6642360" y="234000"/>
              <a:chExt cx="4558680" cy="133920"/>
            </a:xfrm>
          </p:grpSpPr>
          <p:sp>
            <p:nvSpPr>
              <p:cNvPr id="360" name="Google Shape;716;p17"/>
              <p:cNvSpPr/>
              <p:nvPr/>
            </p:nvSpPr>
            <p:spPr>
              <a:xfrm rot="10800000">
                <a:off x="6642360" y="2340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61" name="Google Shape;717;p17"/>
              <p:cNvCxnSpPr/>
              <p:nvPr/>
            </p:nvCxnSpPr>
            <p:spPr>
              <a:xfrm flipH="1">
                <a:off x="6738120" y="300960"/>
                <a:ext cx="4463280" cy="360"/>
              </a:xfrm>
              <a:prstGeom prst="straightConnector1">
                <a:avLst/>
              </a:prstGeom>
              <a:ln w="9525">
                <a:solidFill>
                  <a:srgbClr val="0C0A9E"/>
                </a:solidFill>
                <a:round/>
              </a:ln>
            </p:spPr>
          </p:cxnSp>
          <p:sp>
            <p:nvSpPr>
              <p:cNvPr id="362" name="Google Shape;718;p17"/>
              <p:cNvSpPr/>
              <p:nvPr/>
            </p:nvSpPr>
            <p:spPr>
              <a:xfrm rot="10800000">
                <a:off x="6672960" y="2646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_1_1_1">
    <p:bg>
      <p:bgPr>
        <a:solidFill>
          <a:schemeClr val="lt1"/>
        </a:solidFill>
        <a:effectLst/>
      </p:bgPr>
    </p:bg>
    <p:spTree>
      <p:nvGrpSpPr>
        <p:cNvPr id="1" name=""/>
        <p:cNvGrpSpPr/>
        <p:nvPr/>
      </p:nvGrpSpPr>
      <p:grpSpPr>
        <a:xfrm>
          <a:off x="0" y="0"/>
          <a:ext cx="0" cy="0"/>
          <a:chOff x="0" y="0"/>
          <a:chExt cx="0" cy="0"/>
        </a:xfrm>
      </p:grpSpPr>
      <p:grpSp>
        <p:nvGrpSpPr>
          <p:cNvPr id="363" name="Google Shape;720;p18"/>
          <p:cNvGrpSpPr/>
          <p:nvPr/>
        </p:nvGrpSpPr>
        <p:grpSpPr>
          <a:xfrm>
            <a:off x="5405040" y="2221200"/>
            <a:ext cx="4262760" cy="3616920"/>
            <a:chOff x="5405040" y="2221200"/>
            <a:chExt cx="4262760" cy="3616920"/>
          </a:xfrm>
        </p:grpSpPr>
        <p:sp>
          <p:nvSpPr>
            <p:cNvPr id="364" name="Google Shape;721;p18"/>
            <p:cNvSpPr/>
            <p:nvPr/>
          </p:nvSpPr>
          <p:spPr>
            <a:xfrm>
              <a:off x="5405040" y="2221200"/>
              <a:ext cx="4262760" cy="3616920"/>
            </a:xfrm>
            <a:prstGeom prst="ellipse">
              <a:avLst/>
            </a:pr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65" name="Google Shape;722;p18"/>
            <p:cNvGrpSpPr/>
            <p:nvPr/>
          </p:nvGrpSpPr>
          <p:grpSpPr>
            <a:xfrm>
              <a:off x="7294320" y="4854960"/>
              <a:ext cx="930600" cy="525600"/>
              <a:chOff x="7294320" y="4854960"/>
              <a:chExt cx="930600" cy="525600"/>
            </a:xfrm>
          </p:grpSpPr>
          <p:grpSp>
            <p:nvGrpSpPr>
              <p:cNvPr id="366" name="Google Shape;723;p18"/>
              <p:cNvGrpSpPr/>
              <p:nvPr/>
            </p:nvGrpSpPr>
            <p:grpSpPr>
              <a:xfrm>
                <a:off x="7786080" y="4941720"/>
                <a:ext cx="438840" cy="438840"/>
                <a:chOff x="7786080" y="4941720"/>
                <a:chExt cx="438840" cy="438840"/>
              </a:xfrm>
            </p:grpSpPr>
            <p:sp>
              <p:nvSpPr>
                <p:cNvPr id="367" name="Google Shape;724;p18"/>
                <p:cNvSpPr/>
                <p:nvPr/>
              </p:nvSpPr>
              <p:spPr>
                <a:xfrm>
                  <a:off x="7786080" y="494172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725;p18"/>
                <p:cNvSpPr/>
                <p:nvPr/>
              </p:nvSpPr>
              <p:spPr>
                <a:xfrm>
                  <a:off x="7874640" y="504180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69" name="Google Shape;726;p18"/>
              <p:cNvGrpSpPr/>
              <p:nvPr/>
            </p:nvGrpSpPr>
            <p:grpSpPr>
              <a:xfrm>
                <a:off x="7294320" y="4854960"/>
                <a:ext cx="438840" cy="438840"/>
                <a:chOff x="7294320" y="4854960"/>
                <a:chExt cx="438840" cy="438840"/>
              </a:xfrm>
            </p:grpSpPr>
            <p:sp>
              <p:nvSpPr>
                <p:cNvPr id="370" name="Google Shape;727;p18"/>
                <p:cNvSpPr/>
                <p:nvPr/>
              </p:nvSpPr>
              <p:spPr>
                <a:xfrm>
                  <a:off x="7294320" y="485496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728;p18"/>
                <p:cNvSpPr/>
                <p:nvPr/>
              </p:nvSpPr>
              <p:spPr>
                <a:xfrm>
                  <a:off x="7382520" y="495504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37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373" name="Google Shape;730;p18"/>
          <p:cNvGrpSpPr/>
          <p:nvPr/>
        </p:nvGrpSpPr>
        <p:grpSpPr>
          <a:xfrm>
            <a:off x="-2174760" y="3012480"/>
            <a:ext cx="3700800" cy="3344760"/>
            <a:chOff x="-2174760" y="3012480"/>
            <a:chExt cx="3700800" cy="3344760"/>
          </a:xfrm>
        </p:grpSpPr>
        <p:pic>
          <p:nvPicPr>
            <p:cNvPr id="374" name="Google Shape;731;p18"/>
            <p:cNvPicPr/>
            <p:nvPr/>
          </p:nvPicPr>
          <p:blipFill>
            <a:blip r:embed="rId2"/>
            <a:srcRect l="16959" t="24713" r="7122" b="26173"/>
            <a:stretch/>
          </p:blipFill>
          <p:spPr>
            <a:xfrm rot="10800000">
              <a:off x="-2174760" y="3532680"/>
              <a:ext cx="3700800" cy="2824560"/>
            </a:xfrm>
            <a:prstGeom prst="rect">
              <a:avLst/>
            </a:prstGeom>
            <a:noFill/>
            <a:ln w="0">
              <a:noFill/>
            </a:ln>
          </p:spPr>
        </p:pic>
        <p:sp>
          <p:nvSpPr>
            <p:cNvPr id="375" name="Google Shape;732;p18"/>
            <p:cNvSpPr/>
            <p:nvPr/>
          </p:nvSpPr>
          <p:spPr>
            <a:xfrm rot="10800000">
              <a:off x="-690120" y="3012480"/>
              <a:ext cx="1201320" cy="2824560"/>
            </a:xfrm>
            <a:custGeom>
              <a:avLst/>
              <a:gdLst>
                <a:gd name="textAreaLeft" fmla="*/ 0 w 1201320"/>
                <a:gd name="textAreaRight" fmla="*/ 1201680 w 1201320"/>
                <a:gd name="textAreaTop" fmla="*/ 0 h 2824560"/>
                <a:gd name="textAreaBottom" fmla="*/ 2824920 h 282456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733;p18"/>
            <p:cNvSpPr/>
            <p:nvPr/>
          </p:nvSpPr>
          <p:spPr>
            <a:xfrm rot="10800000">
              <a:off x="-495000" y="3013200"/>
              <a:ext cx="1201320" cy="2824560"/>
            </a:xfrm>
            <a:custGeom>
              <a:avLst/>
              <a:gdLst>
                <a:gd name="textAreaLeft" fmla="*/ 0 w 1201320"/>
                <a:gd name="textAreaRight" fmla="*/ 1201680 w 1201320"/>
                <a:gd name="textAreaTop" fmla="*/ 0 h 2824560"/>
                <a:gd name="textAreaBottom" fmla="*/ 2824920 h 282456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77" name="Google Shape;734;p18"/>
            <p:cNvGrpSpPr/>
            <p:nvPr/>
          </p:nvGrpSpPr>
          <p:grpSpPr>
            <a:xfrm>
              <a:off x="-326160" y="5427000"/>
              <a:ext cx="133560" cy="133560"/>
              <a:chOff x="-326160" y="5427000"/>
              <a:chExt cx="133560" cy="133560"/>
            </a:xfrm>
          </p:grpSpPr>
          <p:sp>
            <p:nvSpPr>
              <p:cNvPr id="378" name="Google Shape;735;p18"/>
              <p:cNvSpPr/>
              <p:nvPr/>
            </p:nvSpPr>
            <p:spPr>
              <a:xfrm rot="10800000">
                <a:off x="-326160" y="54270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736;p18"/>
              <p:cNvSpPr/>
              <p:nvPr/>
            </p:nvSpPr>
            <p:spPr>
              <a:xfrm rot="10800000">
                <a:off x="-307080" y="54457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0" name="Google Shape;737;p18"/>
            <p:cNvGrpSpPr/>
            <p:nvPr/>
          </p:nvGrpSpPr>
          <p:grpSpPr>
            <a:xfrm>
              <a:off x="159480" y="4587120"/>
              <a:ext cx="133560" cy="133560"/>
              <a:chOff x="159480" y="4587120"/>
              <a:chExt cx="133560" cy="133560"/>
            </a:xfrm>
          </p:grpSpPr>
          <p:sp>
            <p:nvSpPr>
              <p:cNvPr id="381" name="Google Shape;738;p18"/>
              <p:cNvSpPr/>
              <p:nvPr/>
            </p:nvSpPr>
            <p:spPr>
              <a:xfrm rot="10800000">
                <a:off x="159480" y="45871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739;p18"/>
              <p:cNvSpPr/>
              <p:nvPr/>
            </p:nvSpPr>
            <p:spPr>
              <a:xfrm rot="10800000">
                <a:off x="178200" y="460584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3" name="Google Shape;740;p18"/>
            <p:cNvGrpSpPr/>
            <p:nvPr/>
          </p:nvGrpSpPr>
          <p:grpSpPr>
            <a:xfrm>
              <a:off x="251640" y="3399120"/>
              <a:ext cx="133560" cy="133560"/>
              <a:chOff x="251640" y="3399120"/>
              <a:chExt cx="133560" cy="133560"/>
            </a:xfrm>
          </p:grpSpPr>
          <p:sp>
            <p:nvSpPr>
              <p:cNvPr id="384" name="Google Shape;741;p18"/>
              <p:cNvSpPr/>
              <p:nvPr/>
            </p:nvSpPr>
            <p:spPr>
              <a:xfrm rot="10800000">
                <a:off x="251640" y="33991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742;p18"/>
              <p:cNvSpPr/>
              <p:nvPr/>
            </p:nvSpPr>
            <p:spPr>
              <a:xfrm rot="10800000">
                <a:off x="270360" y="341784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86" name="Google Shape;743;p18"/>
          <p:cNvGrpSpPr/>
          <p:nvPr/>
        </p:nvGrpSpPr>
        <p:grpSpPr>
          <a:xfrm>
            <a:off x="5928840" y="-303840"/>
            <a:ext cx="5688000" cy="3547800"/>
            <a:chOff x="5928840" y="-303840"/>
            <a:chExt cx="5688000" cy="3547800"/>
          </a:xfrm>
        </p:grpSpPr>
        <p:grpSp>
          <p:nvGrpSpPr>
            <p:cNvPr id="387" name="Google Shape;744;p18"/>
            <p:cNvGrpSpPr/>
            <p:nvPr/>
          </p:nvGrpSpPr>
          <p:grpSpPr>
            <a:xfrm>
              <a:off x="8859600" y="1899360"/>
              <a:ext cx="401760" cy="1344600"/>
              <a:chOff x="8859600" y="1899360"/>
              <a:chExt cx="401760" cy="1344600"/>
            </a:xfrm>
          </p:grpSpPr>
          <p:sp>
            <p:nvSpPr>
              <p:cNvPr id="388" name="Google Shape;745;p18"/>
              <p:cNvSpPr/>
              <p:nvPr/>
            </p:nvSpPr>
            <p:spPr>
              <a:xfrm flipH="1">
                <a:off x="9014400" y="2017440"/>
                <a:ext cx="246600" cy="1226520"/>
              </a:xfrm>
              <a:custGeom>
                <a:avLst/>
                <a:gdLst>
                  <a:gd name="textAreaLeft" fmla="*/ -360 w 246600"/>
                  <a:gd name="textAreaRight" fmla="*/ 24660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9900FF">
                      <a:alpha val="47000"/>
                    </a:srgbClr>
                  </a:gs>
                  <a:gs pos="100000">
                    <a:srgbClr val="FFFFFF">
                      <a:alpha val="0"/>
                    </a:srgbClr>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746;p18"/>
              <p:cNvSpPr/>
              <p:nvPr/>
            </p:nvSpPr>
            <p:spPr>
              <a:xfrm flipH="1">
                <a:off x="8859240" y="1899360"/>
                <a:ext cx="246600" cy="1226520"/>
              </a:xfrm>
              <a:custGeom>
                <a:avLst/>
                <a:gdLst>
                  <a:gd name="textAreaLeft" fmla="*/ -360 w 246600"/>
                  <a:gd name="textAreaRight" fmla="*/ 24660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EB9109"/>
                  </a:gs>
                  <a:gs pos="40000">
                    <a:srgbClr val="FF9900">
                      <a:alpha val="41000"/>
                    </a:srgbClr>
                  </a:gs>
                  <a:gs pos="100000">
                    <a:srgbClr val="FFFFFF">
                      <a:alpha val="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90" name="Google Shape;747;p18"/>
            <p:cNvGrpSpPr/>
            <p:nvPr/>
          </p:nvGrpSpPr>
          <p:grpSpPr>
            <a:xfrm>
              <a:off x="8674920" y="1421280"/>
              <a:ext cx="904320" cy="725760"/>
              <a:chOff x="8674920" y="1421280"/>
              <a:chExt cx="904320" cy="725760"/>
            </a:xfrm>
          </p:grpSpPr>
          <p:sp>
            <p:nvSpPr>
              <p:cNvPr id="391" name="Google Shape;748;p18"/>
              <p:cNvSpPr/>
              <p:nvPr/>
            </p:nvSpPr>
            <p:spPr>
              <a:xfrm>
                <a:off x="8906400" y="156456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749;p18"/>
              <p:cNvSpPr/>
              <p:nvPr/>
            </p:nvSpPr>
            <p:spPr>
              <a:xfrm>
                <a:off x="8894160" y="142128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750;p18"/>
              <p:cNvSpPr/>
              <p:nvPr/>
            </p:nvSpPr>
            <p:spPr>
              <a:xfrm>
                <a:off x="8674920" y="1564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94" name="Google Shape;751;p18"/>
            <p:cNvGrpSpPr/>
            <p:nvPr/>
          </p:nvGrpSpPr>
          <p:grpSpPr>
            <a:xfrm>
              <a:off x="7678800" y="-303840"/>
              <a:ext cx="2555280" cy="2546280"/>
              <a:chOff x="7678800" y="-303840"/>
              <a:chExt cx="2555280" cy="2546280"/>
            </a:xfrm>
          </p:grpSpPr>
          <p:sp>
            <p:nvSpPr>
              <p:cNvPr id="395" name="Google Shape;752;p18"/>
              <p:cNvSpPr/>
              <p:nvPr/>
            </p:nvSpPr>
            <p:spPr>
              <a:xfrm rot="18900000" flipH="1" flipV="1">
                <a:off x="8404560" y="-205200"/>
                <a:ext cx="981720" cy="2461320"/>
              </a:xfrm>
              <a:custGeom>
                <a:avLst/>
                <a:gdLst>
                  <a:gd name="textAreaLeft" fmla="*/ -360 w 981720"/>
                  <a:gd name="textAreaRight" fmla="*/ 981720 w 981720"/>
                  <a:gd name="textAreaTop" fmla="*/ -360 h 2461320"/>
                  <a:gd name="textAreaBottom" fmla="*/ 2461320 h 246132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753;p18"/>
              <p:cNvSpPr/>
              <p:nvPr/>
            </p:nvSpPr>
            <p:spPr>
              <a:xfrm rot="18900000" flipH="1" flipV="1">
                <a:off x="8525160" y="-317160"/>
                <a:ext cx="981720" cy="2461320"/>
              </a:xfrm>
              <a:custGeom>
                <a:avLst/>
                <a:gdLst>
                  <a:gd name="textAreaLeft" fmla="*/ -360 w 981720"/>
                  <a:gd name="textAreaRight" fmla="*/ 981720 w 981720"/>
                  <a:gd name="textAreaTop" fmla="*/ -360 h 2461320"/>
                  <a:gd name="textAreaBottom" fmla="*/ 2461320 h 246132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7" name="Google Shape;754;p18"/>
            <p:cNvSpPr/>
            <p:nvPr/>
          </p:nvSpPr>
          <p:spPr>
            <a:xfrm rot="5400000" flipH="1">
              <a:off x="6627240" y="-895320"/>
              <a:ext cx="577080" cy="1974240"/>
            </a:xfrm>
            <a:custGeom>
              <a:avLst/>
              <a:gdLst>
                <a:gd name="textAreaLeft" fmla="*/ -360 w 577080"/>
                <a:gd name="textAreaRight" fmla="*/ 57708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98" name="Google Shape;755;p18"/>
            <p:cNvGrpSpPr/>
            <p:nvPr/>
          </p:nvGrpSpPr>
          <p:grpSpPr>
            <a:xfrm>
              <a:off x="6993720" y="245880"/>
              <a:ext cx="4623120" cy="133560"/>
              <a:chOff x="6993720" y="245880"/>
              <a:chExt cx="4623120" cy="133560"/>
            </a:xfrm>
          </p:grpSpPr>
          <p:sp>
            <p:nvSpPr>
              <p:cNvPr id="399" name="Google Shape;756;p18"/>
              <p:cNvSpPr/>
              <p:nvPr/>
            </p:nvSpPr>
            <p:spPr>
              <a:xfrm flipH="1">
                <a:off x="6993360" y="24588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0" name="Google Shape;757;p18"/>
              <p:cNvSpPr/>
              <p:nvPr/>
            </p:nvSpPr>
            <p:spPr>
              <a:xfrm flipH="1">
                <a:off x="7023960" y="2761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401" name="Google Shape;758;p18"/>
              <p:cNvCxnSpPr/>
              <p:nvPr/>
            </p:nvCxnSpPr>
            <p:spPr>
              <a:xfrm flipH="1">
                <a:off x="7089840" y="312840"/>
                <a:ext cx="4527360" cy="360"/>
              </a:xfrm>
              <a:prstGeom prst="straightConnector1">
                <a:avLst/>
              </a:prstGeom>
              <a:ln w="9525">
                <a:solidFill>
                  <a:srgbClr val="0C0A9E"/>
                </a:solidFill>
                <a:round/>
              </a:ln>
            </p:spPr>
          </p:cxn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40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403" name="Google Shape;763;p19"/>
          <p:cNvGrpSpPr/>
          <p:nvPr/>
        </p:nvGrpSpPr>
        <p:grpSpPr>
          <a:xfrm>
            <a:off x="-96120" y="4888440"/>
            <a:ext cx="1590120" cy="87840"/>
            <a:chOff x="-96120" y="4888440"/>
            <a:chExt cx="1590120" cy="87840"/>
          </a:xfrm>
        </p:grpSpPr>
        <p:sp>
          <p:nvSpPr>
            <p:cNvPr id="404" name="Google Shape;764;p19"/>
            <p:cNvSpPr/>
            <p:nvPr/>
          </p:nvSpPr>
          <p:spPr>
            <a:xfrm rot="5400000">
              <a:off x="692640" y="40993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5" name="Google Shape;765;p19"/>
            <p:cNvSpPr/>
            <p:nvPr/>
          </p:nvSpPr>
          <p:spPr>
            <a:xfrm rot="5400000">
              <a:off x="692640" y="41749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06" name="Google Shape;766;p19"/>
          <p:cNvGrpSpPr/>
          <p:nvPr/>
        </p:nvGrpSpPr>
        <p:grpSpPr>
          <a:xfrm>
            <a:off x="6883560" y="1385640"/>
            <a:ext cx="4028040" cy="5283360"/>
            <a:chOff x="6883560" y="1385640"/>
            <a:chExt cx="4028040" cy="5283360"/>
          </a:xfrm>
        </p:grpSpPr>
        <p:sp>
          <p:nvSpPr>
            <p:cNvPr id="407" name="Google Shape;767;p19"/>
            <p:cNvSpPr/>
            <p:nvPr/>
          </p:nvSpPr>
          <p:spPr>
            <a:xfrm>
              <a:off x="6883560" y="140760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768;p19"/>
            <p:cNvSpPr/>
            <p:nvPr/>
          </p:nvSpPr>
          <p:spPr>
            <a:xfrm>
              <a:off x="7842240" y="138564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769;p19"/>
            <p:cNvSpPr/>
            <p:nvPr/>
          </p:nvSpPr>
          <p:spPr>
            <a:xfrm>
              <a:off x="7734240" y="2571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770;p19"/>
            <p:cNvSpPr/>
            <p:nvPr/>
          </p:nvSpPr>
          <p:spPr>
            <a:xfrm>
              <a:off x="7758720" y="155016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1" name="Google Shape;771;p19"/>
          <p:cNvGrpSpPr/>
          <p:nvPr/>
        </p:nvGrpSpPr>
        <p:grpSpPr>
          <a:xfrm>
            <a:off x="4597920" y="-1699200"/>
            <a:ext cx="5579640" cy="3202920"/>
            <a:chOff x="4597920" y="-1699200"/>
            <a:chExt cx="5579640" cy="3202920"/>
          </a:xfrm>
        </p:grpSpPr>
        <p:grpSp>
          <p:nvGrpSpPr>
            <p:cNvPr id="412" name="Google Shape;772;p19"/>
            <p:cNvGrpSpPr/>
            <p:nvPr/>
          </p:nvGrpSpPr>
          <p:grpSpPr>
            <a:xfrm>
              <a:off x="4696200" y="-306720"/>
              <a:ext cx="916200" cy="699840"/>
              <a:chOff x="4696200" y="-306720"/>
              <a:chExt cx="916200" cy="699840"/>
            </a:xfrm>
          </p:grpSpPr>
          <p:sp>
            <p:nvSpPr>
              <p:cNvPr id="413" name="Google Shape;773;p19"/>
              <p:cNvSpPr/>
              <p:nvPr/>
            </p:nvSpPr>
            <p:spPr>
              <a:xfrm>
                <a:off x="4899600" y="-2556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774;p19"/>
              <p:cNvSpPr/>
              <p:nvPr/>
            </p:nvSpPr>
            <p:spPr>
              <a:xfrm>
                <a:off x="4696200" y="-2671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5" name="Google Shape;775;p19"/>
              <p:cNvSpPr/>
              <p:nvPr/>
            </p:nvSpPr>
            <p:spPr>
              <a:xfrm>
                <a:off x="5128920" y="-3067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416" name="Google Shape;776;p19"/>
            <p:cNvPicPr/>
            <p:nvPr/>
          </p:nvPicPr>
          <p:blipFill>
            <a:blip r:embed="rId2"/>
            <a:srcRect l="16959" t="24713" r="7122" b="26173"/>
            <a:stretch/>
          </p:blipFill>
          <p:spPr>
            <a:xfrm>
              <a:off x="5980680" y="-1699200"/>
              <a:ext cx="4196880" cy="3202920"/>
            </a:xfrm>
            <a:prstGeom prst="rect">
              <a:avLst/>
            </a:prstGeom>
            <a:noFill/>
            <a:ln w="0">
              <a:noFill/>
            </a:ln>
          </p:spPr>
        </p:pic>
        <p:sp>
          <p:nvSpPr>
            <p:cNvPr id="417" name="Google Shape;777;p19"/>
            <p:cNvSpPr/>
            <p:nvPr/>
          </p:nvSpPr>
          <p:spPr>
            <a:xfrm rot="16200000">
              <a:off x="5359320" y="-12110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8" name="Google Shape;778;p19"/>
            <p:cNvSpPr/>
            <p:nvPr/>
          </p:nvSpPr>
          <p:spPr>
            <a:xfrm rot="16200000">
              <a:off x="5358600" y="-10515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19" name="Google Shape;779;p19"/>
            <p:cNvGrpSpPr/>
            <p:nvPr/>
          </p:nvGrpSpPr>
          <p:grpSpPr>
            <a:xfrm>
              <a:off x="8399520" y="57960"/>
              <a:ext cx="1493280" cy="87840"/>
              <a:chOff x="8399520" y="57960"/>
              <a:chExt cx="1493280" cy="87840"/>
            </a:xfrm>
          </p:grpSpPr>
          <p:sp>
            <p:nvSpPr>
              <p:cNvPr id="420" name="Google Shape;780;p19"/>
              <p:cNvSpPr/>
              <p:nvPr/>
            </p:nvSpPr>
            <p:spPr>
              <a:xfrm rot="16200000">
                <a:off x="9140040" y="-6066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1" name="Google Shape;781;p19"/>
              <p:cNvSpPr/>
              <p:nvPr/>
            </p:nvSpPr>
            <p:spPr>
              <a:xfrm rot="16200000">
                <a:off x="9140040" y="-6822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22" name="Google Shape;782;p19"/>
            <p:cNvGrpSpPr/>
            <p:nvPr/>
          </p:nvGrpSpPr>
          <p:grpSpPr>
            <a:xfrm>
              <a:off x="4695480" y="-185040"/>
              <a:ext cx="254520" cy="254880"/>
              <a:chOff x="4695480" y="-185040"/>
              <a:chExt cx="254520" cy="254880"/>
            </a:xfrm>
          </p:grpSpPr>
          <p:sp>
            <p:nvSpPr>
              <p:cNvPr id="423" name="Google Shape;783;p19"/>
              <p:cNvSpPr/>
              <p:nvPr/>
            </p:nvSpPr>
            <p:spPr>
              <a:xfrm>
                <a:off x="4695480" y="-18504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4" name="Google Shape;784;p19"/>
              <p:cNvSpPr/>
              <p:nvPr/>
            </p:nvSpPr>
            <p:spPr>
              <a:xfrm>
                <a:off x="4722840" y="-1576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5" name="Google Shape;785;p19"/>
              <p:cNvSpPr/>
              <p:nvPr/>
            </p:nvSpPr>
            <p:spPr>
              <a:xfrm>
                <a:off x="4750560" y="-129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6" name="Google Shape;786;p19"/>
              <p:cNvSpPr/>
              <p:nvPr/>
            </p:nvSpPr>
            <p:spPr>
              <a:xfrm>
                <a:off x="4777920" y="-102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7" name="Google Shape;787;p19"/>
              <p:cNvSpPr/>
              <p:nvPr/>
            </p:nvSpPr>
            <p:spPr>
              <a:xfrm>
                <a:off x="4805280" y="-74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8" name="Google Shape;788;p19"/>
              <p:cNvSpPr/>
              <p:nvPr/>
            </p:nvSpPr>
            <p:spPr>
              <a:xfrm>
                <a:off x="4833000" y="-47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789;p19"/>
              <p:cNvSpPr/>
              <p:nvPr/>
            </p:nvSpPr>
            <p:spPr>
              <a:xfrm>
                <a:off x="4860360" y="-19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30" name="Google Shape;790;p19"/>
            <p:cNvGrpSpPr/>
            <p:nvPr/>
          </p:nvGrpSpPr>
          <p:grpSpPr>
            <a:xfrm>
              <a:off x="4597920" y="-25560"/>
              <a:ext cx="254880" cy="254520"/>
              <a:chOff x="4597920" y="-25560"/>
              <a:chExt cx="254880" cy="254520"/>
            </a:xfrm>
          </p:grpSpPr>
          <p:sp>
            <p:nvSpPr>
              <p:cNvPr id="431" name="Google Shape;791;p19"/>
              <p:cNvSpPr/>
              <p:nvPr/>
            </p:nvSpPr>
            <p:spPr>
              <a:xfrm>
                <a:off x="4597920" y="-255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792;p19"/>
              <p:cNvSpPr/>
              <p:nvPr/>
            </p:nvSpPr>
            <p:spPr>
              <a:xfrm>
                <a:off x="4625280" y="1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3" name="Google Shape;793;p19"/>
              <p:cNvSpPr/>
              <p:nvPr/>
            </p:nvSpPr>
            <p:spPr>
              <a:xfrm>
                <a:off x="4653000" y="29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4" name="Google Shape;794;p19"/>
              <p:cNvSpPr/>
              <p:nvPr/>
            </p:nvSpPr>
            <p:spPr>
              <a:xfrm>
                <a:off x="4680360" y="56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795;p19"/>
              <p:cNvSpPr/>
              <p:nvPr/>
            </p:nvSpPr>
            <p:spPr>
              <a:xfrm>
                <a:off x="4708080" y="84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6" name="Google Shape;796;p19"/>
              <p:cNvSpPr/>
              <p:nvPr/>
            </p:nvSpPr>
            <p:spPr>
              <a:xfrm>
                <a:off x="4735800" y="111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797;p19"/>
              <p:cNvSpPr/>
              <p:nvPr/>
            </p:nvSpPr>
            <p:spPr>
              <a:xfrm>
                <a:off x="4763160" y="13932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3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439" name="PlaceHolder 1"/>
          <p:cNvSpPr>
            <a:spLocks noGrp="1"/>
          </p:cNvSpPr>
          <p:nvPr>
            <p:ph type="title"/>
          </p:nvPr>
        </p:nvSpPr>
        <p:spPr>
          <a:xfrm>
            <a:off x="720000" y="1566000"/>
            <a:ext cx="2798640" cy="7603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grpSp>
        <p:nvGrpSpPr>
          <p:cNvPr id="440" name="Google Shape;801;p20"/>
          <p:cNvGrpSpPr/>
          <p:nvPr/>
        </p:nvGrpSpPr>
        <p:grpSpPr>
          <a:xfrm>
            <a:off x="-1623600" y="2499840"/>
            <a:ext cx="5118840" cy="4373640"/>
            <a:chOff x="-1623600" y="2499840"/>
            <a:chExt cx="5118840" cy="4373640"/>
          </a:xfrm>
        </p:grpSpPr>
        <p:pic>
          <p:nvPicPr>
            <p:cNvPr id="441" name="Google Shape;802;p20"/>
            <p:cNvPicPr/>
            <p:nvPr/>
          </p:nvPicPr>
          <p:blipFill>
            <a:blip r:embed="rId2"/>
            <a:srcRect l="16959" t="24713" r="7122" b="26173"/>
            <a:stretch/>
          </p:blipFill>
          <p:spPr>
            <a:xfrm rot="16200000">
              <a:off x="-1827000" y="3417480"/>
              <a:ext cx="3920040" cy="2991960"/>
            </a:xfrm>
            <a:prstGeom prst="rect">
              <a:avLst/>
            </a:prstGeom>
            <a:noFill/>
            <a:ln w="0">
              <a:noFill/>
            </a:ln>
          </p:spPr>
        </p:pic>
        <p:grpSp>
          <p:nvGrpSpPr>
            <p:cNvPr id="442" name="Google Shape;803;p20"/>
            <p:cNvGrpSpPr/>
            <p:nvPr/>
          </p:nvGrpSpPr>
          <p:grpSpPr>
            <a:xfrm>
              <a:off x="47520" y="4588560"/>
              <a:ext cx="480600" cy="480240"/>
              <a:chOff x="47520" y="4588560"/>
              <a:chExt cx="480600" cy="480240"/>
            </a:xfrm>
          </p:grpSpPr>
          <p:sp>
            <p:nvSpPr>
              <p:cNvPr id="443" name="Google Shape;804;p20"/>
              <p:cNvSpPr/>
              <p:nvPr/>
            </p:nvSpPr>
            <p:spPr>
              <a:xfrm rot="16200000">
                <a:off x="426600" y="496728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4" name="Google Shape;805;p20"/>
              <p:cNvSpPr/>
              <p:nvPr/>
            </p:nvSpPr>
            <p:spPr>
              <a:xfrm rot="16200000">
                <a:off x="363240" y="490392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806;p20"/>
              <p:cNvSpPr/>
              <p:nvPr/>
            </p:nvSpPr>
            <p:spPr>
              <a:xfrm rot="16200000">
                <a:off x="300240" y="484092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6" name="Google Shape;807;p20"/>
              <p:cNvSpPr/>
              <p:nvPr/>
            </p:nvSpPr>
            <p:spPr>
              <a:xfrm rot="16200000">
                <a:off x="236880" y="477792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808;p20"/>
              <p:cNvSpPr/>
              <p:nvPr/>
            </p:nvSpPr>
            <p:spPr>
              <a:xfrm rot="16200000">
                <a:off x="174240" y="471456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8" name="Google Shape;809;p20"/>
              <p:cNvSpPr/>
              <p:nvPr/>
            </p:nvSpPr>
            <p:spPr>
              <a:xfrm rot="16200000">
                <a:off x="110880" y="465156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810;p20"/>
              <p:cNvSpPr/>
              <p:nvPr/>
            </p:nvSpPr>
            <p:spPr>
              <a:xfrm rot="16200000">
                <a:off x="47520" y="458820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0" name="Google Shape;811;p20"/>
            <p:cNvGrpSpPr/>
            <p:nvPr/>
          </p:nvGrpSpPr>
          <p:grpSpPr>
            <a:xfrm>
              <a:off x="-1623600" y="3062880"/>
              <a:ext cx="5118840" cy="3152880"/>
              <a:chOff x="-1623600" y="3062880"/>
              <a:chExt cx="5118840" cy="3152880"/>
            </a:xfrm>
          </p:grpSpPr>
          <p:sp>
            <p:nvSpPr>
              <p:cNvPr id="451" name="Google Shape;812;p20"/>
              <p:cNvSpPr/>
              <p:nvPr/>
            </p:nvSpPr>
            <p:spPr>
              <a:xfrm rot="16200000">
                <a:off x="-640440" y="20797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52" name="Google Shape;813;p20"/>
              <p:cNvGrpSpPr/>
              <p:nvPr/>
            </p:nvGrpSpPr>
            <p:grpSpPr>
              <a:xfrm>
                <a:off x="1063440" y="4663080"/>
                <a:ext cx="133560" cy="133560"/>
                <a:chOff x="1063440" y="4663080"/>
                <a:chExt cx="133560" cy="133560"/>
              </a:xfrm>
            </p:grpSpPr>
            <p:sp>
              <p:nvSpPr>
                <p:cNvPr id="453" name="Google Shape;814;p20"/>
                <p:cNvSpPr/>
                <p:nvPr/>
              </p:nvSpPr>
              <p:spPr>
                <a:xfrm rot="16200000">
                  <a:off x="1063440" y="466308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815;p20"/>
                <p:cNvSpPr/>
                <p:nvPr/>
              </p:nvSpPr>
              <p:spPr>
                <a:xfrm rot="16200000">
                  <a:off x="1082160" y="468216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5" name="Google Shape;816;p20"/>
              <p:cNvGrpSpPr/>
              <p:nvPr/>
            </p:nvGrpSpPr>
            <p:grpSpPr>
              <a:xfrm>
                <a:off x="689400" y="5047200"/>
                <a:ext cx="133560" cy="133560"/>
                <a:chOff x="689400" y="5047200"/>
                <a:chExt cx="133560" cy="133560"/>
              </a:xfrm>
            </p:grpSpPr>
            <p:sp>
              <p:nvSpPr>
                <p:cNvPr id="456" name="Google Shape;817;p20"/>
                <p:cNvSpPr/>
                <p:nvPr/>
              </p:nvSpPr>
              <p:spPr>
                <a:xfrm rot="16200000">
                  <a:off x="689400" y="50472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7" name="Google Shape;818;p20"/>
                <p:cNvSpPr/>
                <p:nvPr/>
              </p:nvSpPr>
              <p:spPr>
                <a:xfrm rot="16200000">
                  <a:off x="708480" y="50659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8" name="Google Shape;819;p20"/>
              <p:cNvGrpSpPr/>
              <p:nvPr/>
            </p:nvGrpSpPr>
            <p:grpSpPr>
              <a:xfrm>
                <a:off x="3240" y="4053600"/>
                <a:ext cx="133560" cy="133560"/>
                <a:chOff x="3240" y="4053600"/>
                <a:chExt cx="133560" cy="133560"/>
              </a:xfrm>
            </p:grpSpPr>
            <p:sp>
              <p:nvSpPr>
                <p:cNvPr id="459" name="Google Shape;820;p20"/>
                <p:cNvSpPr/>
                <p:nvPr/>
              </p:nvSpPr>
              <p:spPr>
                <a:xfrm rot="16200000">
                  <a:off x="3240" y="40536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0" name="Google Shape;821;p20"/>
                <p:cNvSpPr/>
                <p:nvPr/>
              </p:nvSpPr>
              <p:spPr>
                <a:xfrm rot="16200000">
                  <a:off x="22320" y="40726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61" name="Google Shape;822;p20"/>
            <p:cNvSpPr/>
            <p:nvPr/>
          </p:nvSpPr>
          <p:spPr>
            <a:xfrm>
              <a:off x="-706320" y="2499840"/>
              <a:ext cx="1030680" cy="2751840"/>
            </a:xfrm>
            <a:custGeom>
              <a:avLst/>
              <a:gdLst>
                <a:gd name="textAreaLeft" fmla="*/ 0 w 1030680"/>
                <a:gd name="textAreaRight" fmla="*/ 1031040 w 1030680"/>
                <a:gd name="textAreaTop" fmla="*/ 0 h 2751840"/>
                <a:gd name="textAreaBottom" fmla="*/ 2752200 h 2751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62" name="Google Shape;823;p20"/>
            <p:cNvGrpSpPr/>
            <p:nvPr/>
          </p:nvGrpSpPr>
          <p:grpSpPr>
            <a:xfrm>
              <a:off x="-1008720" y="4443840"/>
              <a:ext cx="2151360" cy="87840"/>
              <a:chOff x="-1008720" y="4443840"/>
              <a:chExt cx="2151360" cy="87840"/>
            </a:xfrm>
          </p:grpSpPr>
          <p:sp>
            <p:nvSpPr>
              <p:cNvPr id="463" name="Google Shape;824;p20"/>
              <p:cNvSpPr/>
              <p:nvPr/>
            </p:nvSpPr>
            <p:spPr>
              <a:xfrm rot="16200000">
                <a:off x="60840" y="344988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825;p20"/>
              <p:cNvSpPr/>
              <p:nvPr/>
            </p:nvSpPr>
            <p:spPr>
              <a:xfrm rot="16200000">
                <a:off x="60840" y="337428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5" name="Google Shape;826;p20"/>
            <p:cNvGrpSpPr/>
            <p:nvPr/>
          </p:nvGrpSpPr>
          <p:grpSpPr>
            <a:xfrm>
              <a:off x="-1136520" y="4683600"/>
              <a:ext cx="2151360" cy="87840"/>
              <a:chOff x="-1136520" y="4683600"/>
              <a:chExt cx="2151360" cy="87840"/>
            </a:xfrm>
          </p:grpSpPr>
          <p:sp>
            <p:nvSpPr>
              <p:cNvPr id="466" name="Google Shape;827;p20"/>
              <p:cNvSpPr/>
              <p:nvPr/>
            </p:nvSpPr>
            <p:spPr>
              <a:xfrm rot="16200000">
                <a:off x="-66960" y="368964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EB9109">
                      <a:alpha val="47000"/>
                    </a:srgbClr>
                  </a:gs>
                  <a:gs pos="40000">
                    <a:srgbClr val="FF9900">
                      <a:alpha val="47000"/>
                    </a:srgbClr>
                  </a:gs>
                  <a:gs pos="100000">
                    <a:srgbClr val="FFFFFF">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828;p20"/>
              <p:cNvSpPr/>
              <p:nvPr/>
            </p:nvSpPr>
            <p:spPr>
              <a:xfrm rot="16200000">
                <a:off x="-66960" y="361404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40000">
                    <a:srgbClr val="FF9900">
                      <a:alpha val="47000"/>
                    </a:srgbClr>
                  </a:gs>
                  <a:gs pos="100000">
                    <a:srgbClr val="FFFFFF">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68" name="Google Shape;829;p20"/>
          <p:cNvGrpSpPr/>
          <p:nvPr/>
        </p:nvGrpSpPr>
        <p:grpSpPr>
          <a:xfrm>
            <a:off x="7628040" y="-1420200"/>
            <a:ext cx="3213720" cy="3920040"/>
            <a:chOff x="7628040" y="-1420200"/>
            <a:chExt cx="3213720" cy="3920040"/>
          </a:xfrm>
        </p:grpSpPr>
        <p:pic>
          <p:nvPicPr>
            <p:cNvPr id="469" name="Google Shape;830;p20"/>
            <p:cNvPicPr/>
            <p:nvPr/>
          </p:nvPicPr>
          <p:blipFill>
            <a:blip r:embed="rId2"/>
            <a:srcRect l="16959" t="24713" r="7122" b="26173"/>
            <a:stretch/>
          </p:blipFill>
          <p:spPr>
            <a:xfrm rot="16200000">
              <a:off x="7385760" y="-956160"/>
              <a:ext cx="3920040" cy="2991960"/>
            </a:xfrm>
            <a:prstGeom prst="rect">
              <a:avLst/>
            </a:prstGeom>
            <a:noFill/>
            <a:ln w="0">
              <a:noFill/>
            </a:ln>
          </p:spPr>
        </p:pic>
        <p:sp>
          <p:nvSpPr>
            <p:cNvPr id="470" name="Google Shape;831;p20"/>
            <p:cNvSpPr/>
            <p:nvPr/>
          </p:nvSpPr>
          <p:spPr>
            <a:xfrm rot="5400000">
              <a:off x="8389440" y="-3711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1" name="Google Shape;832;p20"/>
            <p:cNvSpPr/>
            <p:nvPr/>
          </p:nvSpPr>
          <p:spPr>
            <a:xfrm rot="5400000">
              <a:off x="8390160" y="-5302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2" name="Google Shape;833;p20"/>
            <p:cNvSpPr/>
            <p:nvPr/>
          </p:nvSpPr>
          <p:spPr>
            <a:xfrm rot="16200000">
              <a:off x="7625520" y="-9972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73" name="Google Shape;834;p20"/>
            <p:cNvGrpSpPr/>
            <p:nvPr/>
          </p:nvGrpSpPr>
          <p:grpSpPr>
            <a:xfrm>
              <a:off x="8277480" y="-228240"/>
              <a:ext cx="1650960" cy="699840"/>
              <a:chOff x="8277480" y="-228240"/>
              <a:chExt cx="1650960" cy="699840"/>
            </a:xfrm>
          </p:grpSpPr>
          <p:sp>
            <p:nvSpPr>
              <p:cNvPr id="474" name="Google Shape;835;p20"/>
              <p:cNvSpPr/>
              <p:nvPr/>
            </p:nvSpPr>
            <p:spPr>
              <a:xfrm rot="16200000">
                <a:off x="8542800" y="-27648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836;p20"/>
              <p:cNvSpPr/>
              <p:nvPr/>
            </p:nvSpPr>
            <p:spPr>
              <a:xfrm rot="16200000">
                <a:off x="9191880" y="-62532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6" name="Google Shape;837;p20"/>
              <p:cNvSpPr/>
              <p:nvPr/>
            </p:nvSpPr>
            <p:spPr>
              <a:xfrm rot="16200000">
                <a:off x="9098640" y="-71784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77" name="Google Shape;838;p20"/>
            <p:cNvGrpSpPr/>
            <p:nvPr/>
          </p:nvGrpSpPr>
          <p:grpSpPr>
            <a:xfrm>
              <a:off x="9087120" y="-40320"/>
              <a:ext cx="725760" cy="904320"/>
              <a:chOff x="9087120" y="-40320"/>
              <a:chExt cx="725760" cy="904320"/>
            </a:xfrm>
          </p:grpSpPr>
          <p:sp>
            <p:nvSpPr>
              <p:cNvPr id="478" name="Google Shape;839;p20"/>
              <p:cNvSpPr/>
              <p:nvPr/>
            </p:nvSpPr>
            <p:spPr>
              <a:xfrm rot="16200000">
                <a:off x="9185040" y="468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9" name="Google Shape;840;p20"/>
              <p:cNvSpPr/>
              <p:nvPr/>
            </p:nvSpPr>
            <p:spPr>
              <a:xfrm rot="16200000">
                <a:off x="9054720" y="19620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841;p20"/>
              <p:cNvSpPr/>
              <p:nvPr/>
            </p:nvSpPr>
            <p:spPr>
              <a:xfrm rot="16200000">
                <a:off x="9198000" y="4154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81" name="PlaceHolder 1"/>
          <p:cNvSpPr>
            <a:spLocks noGrp="1"/>
          </p:cNvSpPr>
          <p:nvPr>
            <p:ph type="title"/>
          </p:nvPr>
        </p:nvSpPr>
        <p:spPr>
          <a:xfrm>
            <a:off x="720000" y="2079360"/>
            <a:ext cx="5597640" cy="841320"/>
          </a:xfrm>
          <a:prstGeom prst="rect">
            <a:avLst/>
          </a:prstGeom>
          <a:noFill/>
          <a:ln w="0">
            <a:noFill/>
          </a:ln>
        </p:spPr>
        <p:txBody>
          <a:bodyPr lIns="91440" tIns="91440" rIns="91440" bIns="91440" anchor="ctr">
            <a:noAutofit/>
          </a:bodyPr>
          <a:lstStyle/>
          <a:p>
            <a:pPr indent="0">
              <a:buNone/>
            </a:pPr>
            <a:r>
              <a:rPr lang="fr-FR" sz="5000" b="0" u="none" strike="noStrike">
                <a:solidFill>
                  <a:schemeClr val="dk1"/>
                </a:solidFill>
                <a:effectLst/>
                <a:uFillTx/>
                <a:latin typeface="Arial"/>
              </a:rPr>
              <a:t>Click to edit the title text format</a:t>
            </a:r>
          </a:p>
        </p:txBody>
      </p:sp>
      <p:sp>
        <p:nvSpPr>
          <p:cNvPr id="482" name="PlaceHolder 2"/>
          <p:cNvSpPr>
            <a:spLocks noGrp="1"/>
          </p:cNvSpPr>
          <p:nvPr>
            <p:ph type="title"/>
          </p:nvPr>
        </p:nvSpPr>
        <p:spPr>
          <a:xfrm>
            <a:off x="720000" y="1025640"/>
            <a:ext cx="1702080" cy="993240"/>
          </a:xfrm>
          <a:prstGeom prst="rect">
            <a:avLst/>
          </a:prstGeom>
          <a:noFill/>
          <a:ln w="0">
            <a:noFill/>
          </a:ln>
        </p:spPr>
        <p:txBody>
          <a:bodyPr lIns="91440" tIns="91440" rIns="91440" bIns="91440" anchor="ctr">
            <a:noAutofit/>
          </a:bodyPr>
          <a:lstStyle/>
          <a:p>
            <a:pPr indent="0">
              <a:lnSpc>
                <a:spcPct val="100000"/>
              </a:lnSpc>
              <a:buNone/>
            </a:pPr>
            <a:r>
              <a:rPr lang="fr-FR" sz="6200" b="1" u="none" strike="noStrike">
                <a:solidFill>
                  <a:schemeClr val="dk2"/>
                </a:solidFill>
                <a:effectLst/>
                <a:uFillTx/>
                <a:latin typeface="Poppins"/>
                <a:ea typeface="Poppins"/>
              </a:rPr>
              <a:t>xx%</a:t>
            </a:r>
            <a:endParaRPr lang="fr-FR" sz="6200" b="0" u="none" strike="noStrike">
              <a:solidFill>
                <a:schemeClr val="dk1"/>
              </a:solidFill>
              <a:effectLst/>
              <a:uFillTx/>
              <a:latin typeface="Arial"/>
            </a:endParaRPr>
          </a:p>
        </p:txBody>
      </p:sp>
      <p:grpSp>
        <p:nvGrpSpPr>
          <p:cNvPr id="483" name="Google Shape;99;p3"/>
          <p:cNvGrpSpPr/>
          <p:nvPr/>
        </p:nvGrpSpPr>
        <p:grpSpPr>
          <a:xfrm>
            <a:off x="-538920" y="-1717200"/>
            <a:ext cx="4167000" cy="4161240"/>
            <a:chOff x="-538920" y="-1717200"/>
            <a:chExt cx="4167000" cy="4161240"/>
          </a:xfrm>
        </p:grpSpPr>
        <p:grpSp>
          <p:nvGrpSpPr>
            <p:cNvPr id="484" name="Google Shape;100;p3"/>
            <p:cNvGrpSpPr/>
            <p:nvPr/>
          </p:nvGrpSpPr>
          <p:grpSpPr>
            <a:xfrm>
              <a:off x="-538920" y="-385560"/>
              <a:ext cx="1740960" cy="1288080"/>
              <a:chOff x="-538920" y="-385560"/>
              <a:chExt cx="1740960" cy="1288080"/>
            </a:xfrm>
          </p:grpSpPr>
          <p:sp>
            <p:nvSpPr>
              <p:cNvPr id="485" name="Google Shape;101;p3"/>
              <p:cNvSpPr/>
              <p:nvPr/>
            </p:nvSpPr>
            <p:spPr>
              <a:xfrm rot="2700000">
                <a:off x="-360000" y="-186840"/>
                <a:ext cx="930600" cy="891000"/>
              </a:xfrm>
              <a:custGeom>
                <a:avLst/>
                <a:gdLst>
                  <a:gd name="textAreaLeft" fmla="*/ 0 w 930600"/>
                  <a:gd name="textAreaRight" fmla="*/ 930960 w 930600"/>
                  <a:gd name="textAreaTop" fmla="*/ 0 h 891000"/>
                  <a:gd name="textAreaBottom" fmla="*/ 891360 h 89100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102;p3"/>
              <p:cNvSpPr/>
              <p:nvPr/>
            </p:nvSpPr>
            <p:spPr>
              <a:xfrm rot="2700000">
                <a:off x="92520" y="-186840"/>
                <a:ext cx="930600" cy="891000"/>
              </a:xfrm>
              <a:custGeom>
                <a:avLst/>
                <a:gdLst>
                  <a:gd name="textAreaLeft" fmla="*/ 0 w 930600"/>
                  <a:gd name="textAreaRight" fmla="*/ 930960 w 930600"/>
                  <a:gd name="textAreaTop" fmla="*/ 0 h 891000"/>
                  <a:gd name="textAreaBottom" fmla="*/ 891360 h 89100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87" name="Google Shape;103;p3"/>
            <p:cNvGrpSpPr/>
            <p:nvPr/>
          </p:nvGrpSpPr>
          <p:grpSpPr>
            <a:xfrm>
              <a:off x="201240" y="-185040"/>
              <a:ext cx="207720" cy="1824480"/>
              <a:chOff x="201240" y="-185040"/>
              <a:chExt cx="207720" cy="1824480"/>
            </a:xfrm>
          </p:grpSpPr>
          <p:sp>
            <p:nvSpPr>
              <p:cNvPr id="488" name="Google Shape;104;p3"/>
              <p:cNvSpPr/>
              <p:nvPr/>
            </p:nvSpPr>
            <p:spPr>
              <a:xfrm>
                <a:off x="201240" y="-185040"/>
                <a:ext cx="12240" cy="1824480"/>
              </a:xfrm>
              <a:custGeom>
                <a:avLst/>
                <a:gdLst>
                  <a:gd name="textAreaLeft" fmla="*/ 0 w 12240"/>
                  <a:gd name="textAreaRight" fmla="*/ 12600 w 12240"/>
                  <a:gd name="textAreaTop" fmla="*/ 0 h 1824480"/>
                  <a:gd name="textAreaBottom" fmla="*/ 1824840 h 18244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9" name="Google Shape;105;p3"/>
              <p:cNvSpPr/>
              <p:nvPr/>
            </p:nvSpPr>
            <p:spPr>
              <a:xfrm>
                <a:off x="396720" y="-185040"/>
                <a:ext cx="12240" cy="1824480"/>
              </a:xfrm>
              <a:custGeom>
                <a:avLst/>
                <a:gdLst>
                  <a:gd name="textAreaLeft" fmla="*/ 0 w 12240"/>
                  <a:gd name="textAreaRight" fmla="*/ 12600 w 12240"/>
                  <a:gd name="textAreaTop" fmla="*/ 0 h 1824480"/>
                  <a:gd name="textAreaBottom" fmla="*/ 1824840 h 18244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90" name="Google Shape;106;p3"/>
            <p:cNvGrpSpPr/>
            <p:nvPr/>
          </p:nvGrpSpPr>
          <p:grpSpPr>
            <a:xfrm>
              <a:off x="396720" y="-169920"/>
              <a:ext cx="699120" cy="478080"/>
              <a:chOff x="396720" y="-169920"/>
              <a:chExt cx="699120" cy="478080"/>
            </a:xfrm>
          </p:grpSpPr>
          <p:grpSp>
            <p:nvGrpSpPr>
              <p:cNvPr id="491" name="Google Shape;107;p3"/>
              <p:cNvGrpSpPr/>
              <p:nvPr/>
            </p:nvGrpSpPr>
            <p:grpSpPr>
              <a:xfrm>
                <a:off x="396720" y="-169920"/>
                <a:ext cx="478080" cy="478080"/>
                <a:chOff x="396720" y="-169920"/>
                <a:chExt cx="478080" cy="478080"/>
              </a:xfrm>
            </p:grpSpPr>
            <p:sp>
              <p:nvSpPr>
                <p:cNvPr id="492" name="Google Shape;108;p3"/>
                <p:cNvSpPr/>
                <p:nvPr/>
              </p:nvSpPr>
              <p:spPr>
                <a:xfrm rot="2700000">
                  <a:off x="462960" y="-9612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93" name="Google Shape;109;p3"/>
                <p:cNvGrpSpPr/>
                <p:nvPr/>
              </p:nvGrpSpPr>
              <p:grpSpPr>
                <a:xfrm>
                  <a:off x="441720" y="-68760"/>
                  <a:ext cx="387360" cy="222840"/>
                  <a:chOff x="441720" y="-68760"/>
                  <a:chExt cx="387360" cy="222840"/>
                </a:xfrm>
              </p:grpSpPr>
              <p:sp>
                <p:nvSpPr>
                  <p:cNvPr id="494" name="Google Shape;110;p3"/>
                  <p:cNvSpPr/>
                  <p:nvPr/>
                </p:nvSpPr>
                <p:spPr>
                  <a:xfrm rot="2700000">
                    <a:off x="47448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5" name="Google Shape;111;p3"/>
                  <p:cNvSpPr/>
                  <p:nvPr/>
                </p:nvSpPr>
                <p:spPr>
                  <a:xfrm rot="2700000">
                    <a:off x="55656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112;p3"/>
                  <p:cNvSpPr/>
                  <p:nvPr/>
                </p:nvSpPr>
                <p:spPr>
                  <a:xfrm rot="2700000">
                    <a:off x="59760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7" name="Google Shape;113;p3"/>
                  <p:cNvSpPr/>
                  <p:nvPr/>
                </p:nvSpPr>
                <p:spPr>
                  <a:xfrm rot="2700000">
                    <a:off x="51552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114;p3"/>
                  <p:cNvSpPr/>
                  <p:nvPr/>
                </p:nvSpPr>
                <p:spPr>
                  <a:xfrm rot="2700000">
                    <a:off x="63864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99" name="Google Shape;115;p3"/>
              <p:cNvSpPr/>
              <p:nvPr/>
            </p:nvSpPr>
            <p:spPr>
              <a:xfrm rot="18900000">
                <a:off x="727920" y="-90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00" name="Google Shape;116;p3"/>
            <p:cNvGrpSpPr/>
            <p:nvPr/>
          </p:nvGrpSpPr>
          <p:grpSpPr>
            <a:xfrm>
              <a:off x="911160" y="-133200"/>
              <a:ext cx="591840" cy="404640"/>
              <a:chOff x="911160" y="-133200"/>
              <a:chExt cx="591840" cy="404640"/>
            </a:xfrm>
          </p:grpSpPr>
          <p:grpSp>
            <p:nvGrpSpPr>
              <p:cNvPr id="501" name="Google Shape;117;p3"/>
              <p:cNvGrpSpPr/>
              <p:nvPr/>
            </p:nvGrpSpPr>
            <p:grpSpPr>
              <a:xfrm>
                <a:off x="911160" y="-133200"/>
                <a:ext cx="404640" cy="404640"/>
                <a:chOff x="911160" y="-133200"/>
                <a:chExt cx="404640" cy="404640"/>
              </a:xfrm>
            </p:grpSpPr>
            <p:sp>
              <p:nvSpPr>
                <p:cNvPr id="502" name="Google Shape;118;p3"/>
                <p:cNvSpPr/>
                <p:nvPr/>
              </p:nvSpPr>
              <p:spPr>
                <a:xfrm rot="2700000">
                  <a:off x="967320" y="-70560"/>
                  <a:ext cx="292320" cy="280080"/>
                </a:xfrm>
                <a:custGeom>
                  <a:avLst/>
                  <a:gdLst>
                    <a:gd name="textAreaLeft" fmla="*/ 0 w 292320"/>
                    <a:gd name="textAreaRight" fmla="*/ 292680 w 292320"/>
                    <a:gd name="textAreaTop" fmla="*/ 0 h 280080"/>
                    <a:gd name="textAreaBottom" fmla="*/ 280440 h 2800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03" name="Google Shape;119;p3"/>
                <p:cNvGrpSpPr/>
                <p:nvPr/>
              </p:nvGrpSpPr>
              <p:grpSpPr>
                <a:xfrm>
                  <a:off x="948960" y="-47880"/>
                  <a:ext cx="327600" cy="189360"/>
                  <a:chOff x="948960" y="-47880"/>
                  <a:chExt cx="327600" cy="189360"/>
                </a:xfrm>
              </p:grpSpPr>
              <p:sp>
                <p:nvSpPr>
                  <p:cNvPr id="504" name="Google Shape;120;p3"/>
                  <p:cNvSpPr/>
                  <p:nvPr/>
                </p:nvSpPr>
                <p:spPr>
                  <a:xfrm rot="2700000">
                    <a:off x="97632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5" name="Google Shape;121;p3"/>
                  <p:cNvSpPr/>
                  <p:nvPr/>
                </p:nvSpPr>
                <p:spPr>
                  <a:xfrm rot="2700000">
                    <a:off x="104616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122;p3"/>
                  <p:cNvSpPr/>
                  <p:nvPr/>
                </p:nvSpPr>
                <p:spPr>
                  <a:xfrm rot="2700000">
                    <a:off x="108072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123;p3"/>
                  <p:cNvSpPr/>
                  <p:nvPr/>
                </p:nvSpPr>
                <p:spPr>
                  <a:xfrm rot="2700000">
                    <a:off x="1011240" y="-198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124;p3"/>
                  <p:cNvSpPr/>
                  <p:nvPr/>
                </p:nvSpPr>
                <p:spPr>
                  <a:xfrm rot="2700000">
                    <a:off x="1115280" y="-198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09" name="Google Shape;125;p3"/>
              <p:cNvSpPr/>
              <p:nvPr/>
            </p:nvSpPr>
            <p:spPr>
              <a:xfrm rot="18900000">
                <a:off x="1191240" y="-65520"/>
                <a:ext cx="274680" cy="218160"/>
              </a:xfrm>
              <a:custGeom>
                <a:avLst/>
                <a:gdLst>
                  <a:gd name="textAreaLeft" fmla="*/ 0 w 274680"/>
                  <a:gd name="textAreaRight" fmla="*/ 275040 w 274680"/>
                  <a:gd name="textAreaTop" fmla="*/ 0 h 218160"/>
                  <a:gd name="textAreaBottom" fmla="*/ 218520 h 2181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10" name="Google Shape;126;p3"/>
            <p:cNvGrpSpPr/>
            <p:nvPr/>
          </p:nvGrpSpPr>
          <p:grpSpPr>
            <a:xfrm>
              <a:off x="-44640" y="488160"/>
              <a:ext cx="699120" cy="478080"/>
              <a:chOff x="-44640" y="488160"/>
              <a:chExt cx="699120" cy="478080"/>
            </a:xfrm>
          </p:grpSpPr>
          <p:grpSp>
            <p:nvGrpSpPr>
              <p:cNvPr id="511" name="Google Shape;127;p3"/>
              <p:cNvGrpSpPr/>
              <p:nvPr/>
            </p:nvGrpSpPr>
            <p:grpSpPr>
              <a:xfrm>
                <a:off x="-44640" y="488160"/>
                <a:ext cx="478080" cy="478080"/>
                <a:chOff x="-44640" y="488160"/>
                <a:chExt cx="478080" cy="478080"/>
              </a:xfrm>
            </p:grpSpPr>
            <p:sp>
              <p:nvSpPr>
                <p:cNvPr id="512" name="Google Shape;128;p3"/>
                <p:cNvSpPr/>
                <p:nvPr/>
              </p:nvSpPr>
              <p:spPr>
                <a:xfrm rot="2700000">
                  <a:off x="21600" y="5616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13" name="Google Shape;129;p3"/>
                <p:cNvGrpSpPr/>
                <p:nvPr/>
              </p:nvGrpSpPr>
              <p:grpSpPr>
                <a:xfrm>
                  <a:off x="0" y="588960"/>
                  <a:ext cx="387360" cy="222840"/>
                  <a:chOff x="0" y="588960"/>
                  <a:chExt cx="387360" cy="222840"/>
                </a:xfrm>
              </p:grpSpPr>
              <p:sp>
                <p:nvSpPr>
                  <p:cNvPr id="514" name="Google Shape;130;p3"/>
                  <p:cNvSpPr/>
                  <p:nvPr/>
                </p:nvSpPr>
                <p:spPr>
                  <a:xfrm rot="2700000">
                    <a:off x="3240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131;p3"/>
                  <p:cNvSpPr/>
                  <p:nvPr/>
                </p:nvSpPr>
                <p:spPr>
                  <a:xfrm rot="2700000">
                    <a:off x="11484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6" name="Google Shape;132;p3"/>
                  <p:cNvSpPr/>
                  <p:nvPr/>
                </p:nvSpPr>
                <p:spPr>
                  <a:xfrm rot="2700000">
                    <a:off x="15552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7" name="Google Shape;133;p3"/>
                  <p:cNvSpPr/>
                  <p:nvPr/>
                </p:nvSpPr>
                <p:spPr>
                  <a:xfrm rot="2700000">
                    <a:off x="7344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134;p3"/>
                  <p:cNvSpPr/>
                  <p:nvPr/>
                </p:nvSpPr>
                <p:spPr>
                  <a:xfrm rot="2700000">
                    <a:off x="19692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19" name="Google Shape;135;p3"/>
              <p:cNvSpPr/>
              <p:nvPr/>
            </p:nvSpPr>
            <p:spPr>
              <a:xfrm rot="18900000">
                <a:off x="286560" y="5673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20" name="Google Shape;136;p3"/>
            <p:cNvGrpSpPr/>
            <p:nvPr/>
          </p:nvGrpSpPr>
          <p:grpSpPr>
            <a:xfrm>
              <a:off x="-293760" y="-1717200"/>
              <a:ext cx="3921840" cy="4161240"/>
              <a:chOff x="-293760" y="-1717200"/>
              <a:chExt cx="3921840" cy="4161240"/>
            </a:xfrm>
          </p:grpSpPr>
          <p:sp>
            <p:nvSpPr>
              <p:cNvPr id="521" name="Google Shape;137;p3"/>
              <p:cNvSpPr/>
              <p:nvPr/>
            </p:nvSpPr>
            <p:spPr>
              <a:xfrm rot="13500000">
                <a:off x="613800" y="-1485720"/>
                <a:ext cx="1997640" cy="3242880"/>
              </a:xfrm>
              <a:custGeom>
                <a:avLst/>
                <a:gdLst>
                  <a:gd name="textAreaLeft" fmla="*/ 0 w 1997640"/>
                  <a:gd name="textAreaRight" fmla="*/ 1998000 w 1997640"/>
                  <a:gd name="textAreaTop" fmla="*/ 0 h 3242880"/>
                  <a:gd name="textAreaBottom" fmla="*/ 3243240 h 3242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138;p3"/>
              <p:cNvSpPr/>
              <p:nvPr/>
            </p:nvSpPr>
            <p:spPr>
              <a:xfrm rot="13500000">
                <a:off x="164520" y="-283680"/>
                <a:ext cx="1852920" cy="1936800"/>
              </a:xfrm>
              <a:custGeom>
                <a:avLst/>
                <a:gdLst>
                  <a:gd name="textAreaLeft" fmla="*/ 0 w 1852920"/>
                  <a:gd name="textAreaRight" fmla="*/ 1853280 w 1852920"/>
                  <a:gd name="textAreaTop" fmla="*/ 0 h 1936800"/>
                  <a:gd name="textAreaBottom" fmla="*/ 1937160 h 19368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3" name="Google Shape;139;p3"/>
              <p:cNvSpPr/>
              <p:nvPr/>
            </p:nvSpPr>
            <p:spPr>
              <a:xfrm rot="13500000">
                <a:off x="398160" y="-1020960"/>
                <a:ext cx="2538000" cy="3008520"/>
              </a:xfrm>
              <a:custGeom>
                <a:avLst/>
                <a:gdLst>
                  <a:gd name="textAreaLeft" fmla="*/ 0 w 2538000"/>
                  <a:gd name="textAreaRight" fmla="*/ 2538360 w 2538000"/>
                  <a:gd name="textAreaTop" fmla="*/ 0 h 3008520"/>
                  <a:gd name="textAreaBottom" fmla="*/ 3008880 h 30085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2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sp>
        <p:nvSpPr>
          <p:cNvPr id="5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26" name="PlaceHolder 2"/>
          <p:cNvSpPr>
            <a:spLocks noGrp="1"/>
          </p:cNvSpPr>
          <p:nvPr>
            <p:ph type="body"/>
          </p:nvPr>
        </p:nvSpPr>
        <p:spPr>
          <a:xfrm>
            <a:off x="720000" y="1139400"/>
            <a:ext cx="4528080" cy="697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527" name="Google Shape;845;p21"/>
          <p:cNvGrpSpPr/>
          <p:nvPr/>
        </p:nvGrpSpPr>
        <p:grpSpPr>
          <a:xfrm>
            <a:off x="6846840" y="-1382040"/>
            <a:ext cx="4230000" cy="4230360"/>
            <a:chOff x="6846840" y="-1382040"/>
            <a:chExt cx="4230000" cy="4230360"/>
          </a:xfrm>
        </p:grpSpPr>
        <p:sp>
          <p:nvSpPr>
            <p:cNvPr id="528" name="Google Shape;846;p21"/>
            <p:cNvSpPr/>
            <p:nvPr/>
          </p:nvSpPr>
          <p:spPr>
            <a:xfrm rot="13500000" flipH="1">
              <a:off x="7499160" y="-79524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9" name="Google Shape;847;p21"/>
            <p:cNvSpPr/>
            <p:nvPr/>
          </p:nvSpPr>
          <p:spPr>
            <a:xfrm>
              <a:off x="8605440" y="-36828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848;p21"/>
            <p:cNvSpPr/>
            <p:nvPr/>
          </p:nvSpPr>
          <p:spPr>
            <a:xfrm>
              <a:off x="8857800" y="-5760"/>
              <a:ext cx="686880" cy="2086560"/>
            </a:xfrm>
            <a:custGeom>
              <a:avLst/>
              <a:gdLst>
                <a:gd name="textAreaLeft" fmla="*/ 0 w 686880"/>
                <a:gd name="textAreaRight" fmla="*/ 687240 w 686880"/>
                <a:gd name="textAreaTop" fmla="*/ 0 h 2086560"/>
                <a:gd name="textAreaBottom" fmla="*/ 2086920 h 20865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31" name="Google Shape;849;p21"/>
            <p:cNvGrpSpPr/>
            <p:nvPr/>
          </p:nvGrpSpPr>
          <p:grpSpPr>
            <a:xfrm>
              <a:off x="8698680" y="1168560"/>
              <a:ext cx="133920" cy="133920"/>
              <a:chOff x="8698680" y="1168560"/>
              <a:chExt cx="133920" cy="133920"/>
            </a:xfrm>
          </p:grpSpPr>
          <p:sp>
            <p:nvSpPr>
              <p:cNvPr id="532" name="Google Shape;850;p21"/>
              <p:cNvSpPr/>
              <p:nvPr/>
            </p:nvSpPr>
            <p:spPr>
              <a:xfrm>
                <a:off x="8698680" y="116856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851;p21"/>
              <p:cNvSpPr/>
              <p:nvPr/>
            </p:nvSpPr>
            <p:spPr>
              <a:xfrm>
                <a:off x="8717760" y="118728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4" name="Google Shape;852;p21"/>
            <p:cNvGrpSpPr/>
            <p:nvPr/>
          </p:nvGrpSpPr>
          <p:grpSpPr>
            <a:xfrm>
              <a:off x="8827200" y="2102400"/>
              <a:ext cx="133920" cy="133920"/>
              <a:chOff x="8827200" y="2102400"/>
              <a:chExt cx="133920" cy="133920"/>
            </a:xfrm>
          </p:grpSpPr>
          <p:sp>
            <p:nvSpPr>
              <p:cNvPr id="535" name="Google Shape;853;p21"/>
              <p:cNvSpPr/>
              <p:nvPr/>
            </p:nvSpPr>
            <p:spPr>
              <a:xfrm>
                <a:off x="8827200" y="21024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54;p21"/>
              <p:cNvSpPr/>
              <p:nvPr/>
            </p:nvSpPr>
            <p:spPr>
              <a:xfrm>
                <a:off x="8845920" y="212112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7" name="Google Shape;855;p21"/>
            <p:cNvGrpSpPr/>
            <p:nvPr/>
          </p:nvGrpSpPr>
          <p:grpSpPr>
            <a:xfrm>
              <a:off x="8776080" y="234720"/>
              <a:ext cx="133560" cy="133560"/>
              <a:chOff x="8776080" y="234720"/>
              <a:chExt cx="133560" cy="133560"/>
            </a:xfrm>
          </p:grpSpPr>
          <p:sp>
            <p:nvSpPr>
              <p:cNvPr id="538" name="Google Shape;856;p21"/>
              <p:cNvSpPr/>
              <p:nvPr/>
            </p:nvSpPr>
            <p:spPr>
              <a:xfrm>
                <a:off x="8776080" y="2347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9" name="Google Shape;857;p21"/>
              <p:cNvSpPr/>
              <p:nvPr/>
            </p:nvSpPr>
            <p:spPr>
              <a:xfrm>
                <a:off x="8795160" y="25380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540" name="Google Shape;858;p21"/>
            <p:cNvPicPr/>
            <p:nvPr/>
          </p:nvPicPr>
          <p:blipFill>
            <a:blip r:embed="rId2"/>
            <a:srcRect l="16959" t="24713" r="7122" b="26173"/>
            <a:stretch/>
          </p:blipFill>
          <p:spPr>
            <a:xfrm>
              <a:off x="7179120" y="-1112760"/>
              <a:ext cx="2441520" cy="1863360"/>
            </a:xfrm>
            <a:prstGeom prst="rect">
              <a:avLst/>
            </a:prstGeom>
            <a:noFill/>
            <a:ln w="0">
              <a:noFill/>
            </a:ln>
          </p:spPr>
        </p:pic>
      </p:grpSp>
      <p:grpSp>
        <p:nvGrpSpPr>
          <p:cNvPr id="541" name="Google Shape;859;p21"/>
          <p:cNvGrpSpPr/>
          <p:nvPr/>
        </p:nvGrpSpPr>
        <p:grpSpPr>
          <a:xfrm>
            <a:off x="-1981800" y="1924920"/>
            <a:ext cx="6190920" cy="6190920"/>
            <a:chOff x="-1981800" y="1924920"/>
            <a:chExt cx="6190920" cy="6190920"/>
          </a:xfrm>
        </p:grpSpPr>
        <p:pic>
          <p:nvPicPr>
            <p:cNvPr id="542" name="Google Shape;860;p21"/>
            <p:cNvPicPr/>
            <p:nvPr/>
          </p:nvPicPr>
          <p:blipFill>
            <a:blip r:embed="rId2"/>
            <a:srcRect l="16959" t="24713" r="7122" b="26173"/>
            <a:stretch/>
          </p:blipFill>
          <p:spPr>
            <a:xfrm rot="5400000">
              <a:off x="-537480" y="4358520"/>
              <a:ext cx="2441520" cy="1863360"/>
            </a:xfrm>
            <a:prstGeom prst="rect">
              <a:avLst/>
            </a:prstGeom>
            <a:noFill/>
            <a:ln w="0">
              <a:noFill/>
            </a:ln>
          </p:spPr>
        </p:pic>
        <p:grpSp>
          <p:nvGrpSpPr>
            <p:cNvPr id="543" name="Google Shape;861;p21"/>
            <p:cNvGrpSpPr/>
            <p:nvPr/>
          </p:nvGrpSpPr>
          <p:grpSpPr>
            <a:xfrm>
              <a:off x="-1981800" y="1924920"/>
              <a:ext cx="6190920" cy="6190920"/>
              <a:chOff x="-1981800" y="1924920"/>
              <a:chExt cx="6190920" cy="6190920"/>
            </a:xfrm>
          </p:grpSpPr>
          <p:sp>
            <p:nvSpPr>
              <p:cNvPr id="544" name="Google Shape;862;p21"/>
              <p:cNvSpPr/>
              <p:nvPr/>
            </p:nvSpPr>
            <p:spPr>
              <a:xfrm rot="8100000" flipH="1">
                <a:off x="-889560" y="2645640"/>
                <a:ext cx="4006080" cy="4749120"/>
              </a:xfrm>
              <a:custGeom>
                <a:avLst/>
                <a:gdLst>
                  <a:gd name="textAreaLeft" fmla="*/ 360 w 4006080"/>
                  <a:gd name="textAreaRight" fmla="*/ 400680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EB9109"/>
                  </a:gs>
                  <a:gs pos="40000">
                    <a:srgbClr val="FF9900">
                      <a:alpha val="41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5" name="Google Shape;863;p21"/>
              <p:cNvSpPr/>
              <p:nvPr/>
            </p:nvSpPr>
            <p:spPr>
              <a:xfrm rot="8100000" flipH="1">
                <a:off x="-10440" y="349164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46" name="Google Shape;864;p21"/>
              <p:cNvGrpSpPr/>
              <p:nvPr/>
            </p:nvGrpSpPr>
            <p:grpSpPr>
              <a:xfrm>
                <a:off x="2304720" y="5135400"/>
                <a:ext cx="133920" cy="133920"/>
                <a:chOff x="2304720" y="5135400"/>
                <a:chExt cx="133920" cy="133920"/>
              </a:xfrm>
            </p:grpSpPr>
            <p:sp>
              <p:nvSpPr>
                <p:cNvPr id="547" name="Google Shape;865;p21"/>
                <p:cNvSpPr/>
                <p:nvPr/>
              </p:nvSpPr>
              <p:spPr>
                <a:xfrm rot="16200000">
                  <a:off x="2304720" y="51354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8" name="Google Shape;866;p21"/>
                <p:cNvSpPr/>
                <p:nvPr/>
              </p:nvSpPr>
              <p:spPr>
                <a:xfrm rot="16200000">
                  <a:off x="2323440" y="515448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49" name="Google Shape;867;p21"/>
              <p:cNvGrpSpPr/>
              <p:nvPr/>
            </p:nvGrpSpPr>
            <p:grpSpPr>
              <a:xfrm>
                <a:off x="1636560" y="4896720"/>
                <a:ext cx="133920" cy="133920"/>
                <a:chOff x="1636560" y="4896720"/>
                <a:chExt cx="133920" cy="133920"/>
              </a:xfrm>
            </p:grpSpPr>
            <p:sp>
              <p:nvSpPr>
                <p:cNvPr id="550" name="Google Shape;868;p21"/>
                <p:cNvSpPr/>
                <p:nvPr/>
              </p:nvSpPr>
              <p:spPr>
                <a:xfrm rot="16200000">
                  <a:off x="1636560" y="48967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1" name="Google Shape;869;p21"/>
                <p:cNvSpPr/>
                <p:nvPr/>
              </p:nvSpPr>
              <p:spPr>
                <a:xfrm rot="16200000">
                  <a:off x="1655280" y="491580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52" name="Google Shape;870;p21"/>
              <p:cNvGrpSpPr/>
              <p:nvPr/>
            </p:nvGrpSpPr>
            <p:grpSpPr>
              <a:xfrm>
                <a:off x="-748080" y="4648680"/>
                <a:ext cx="2449080" cy="939600"/>
                <a:chOff x="-748080" y="4648680"/>
                <a:chExt cx="2449080" cy="939600"/>
              </a:xfrm>
            </p:grpSpPr>
            <p:sp>
              <p:nvSpPr>
                <p:cNvPr id="553" name="Google Shape;871;p21"/>
                <p:cNvSpPr/>
                <p:nvPr/>
              </p:nvSpPr>
              <p:spPr>
                <a:xfrm rot="16200000">
                  <a:off x="-49320" y="431244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872;p21"/>
                <p:cNvSpPr/>
                <p:nvPr/>
              </p:nvSpPr>
              <p:spPr>
                <a:xfrm rot="16200000">
                  <a:off x="314280" y="3948840"/>
                  <a:ext cx="686880" cy="2086560"/>
                </a:xfrm>
                <a:custGeom>
                  <a:avLst/>
                  <a:gdLst>
                    <a:gd name="textAreaLeft" fmla="*/ 0 w 686880"/>
                    <a:gd name="textAreaRight" fmla="*/ 687240 w 686880"/>
                    <a:gd name="textAreaTop" fmla="*/ 0 h 2086560"/>
                    <a:gd name="textAreaBottom" fmla="*/ 2086920 h 20865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5" name="Google Shape;873;p21"/>
                <p:cNvGrpSpPr/>
                <p:nvPr/>
              </p:nvGrpSpPr>
              <p:grpSpPr>
                <a:xfrm>
                  <a:off x="-145080" y="5283720"/>
                  <a:ext cx="133560" cy="133560"/>
                  <a:chOff x="-145080" y="5283720"/>
                  <a:chExt cx="133560" cy="133560"/>
                </a:xfrm>
              </p:grpSpPr>
              <p:sp>
                <p:nvSpPr>
                  <p:cNvPr id="556" name="Google Shape;874;p21"/>
                  <p:cNvSpPr/>
                  <p:nvPr/>
                </p:nvSpPr>
                <p:spPr>
                  <a:xfrm rot="16200000">
                    <a:off x="-145080" y="52837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7" name="Google Shape;875;p21"/>
                  <p:cNvSpPr/>
                  <p:nvPr/>
                </p:nvSpPr>
                <p:spPr>
                  <a:xfrm rot="16200000">
                    <a:off x="-126000" y="530280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sp>
        <p:nvSpPr>
          <p:cNvPr id="65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655" name="Google Shape;979;p23"/>
          <p:cNvGrpSpPr/>
          <p:nvPr/>
        </p:nvGrpSpPr>
        <p:grpSpPr>
          <a:xfrm>
            <a:off x="6379200" y="1165320"/>
            <a:ext cx="4752720" cy="4760640"/>
            <a:chOff x="6379200" y="1165320"/>
            <a:chExt cx="4752720" cy="4760640"/>
          </a:xfrm>
        </p:grpSpPr>
        <p:pic>
          <p:nvPicPr>
            <p:cNvPr id="656" name="Google Shape;980;p23"/>
            <p:cNvPicPr/>
            <p:nvPr/>
          </p:nvPicPr>
          <p:blipFill>
            <a:blip r:embed="rId2"/>
            <a:srcRect l="16959" t="24713" r="7122" b="26173"/>
            <a:stretch/>
          </p:blipFill>
          <p:spPr>
            <a:xfrm rot="16200000">
              <a:off x="7048440" y="2738520"/>
              <a:ext cx="3615480" cy="2759400"/>
            </a:xfrm>
            <a:prstGeom prst="rect">
              <a:avLst/>
            </a:prstGeom>
            <a:noFill/>
            <a:ln w="0">
              <a:noFill/>
            </a:ln>
          </p:spPr>
        </p:pic>
        <p:grpSp>
          <p:nvGrpSpPr>
            <p:cNvPr id="657" name="Google Shape;981;p23"/>
            <p:cNvGrpSpPr/>
            <p:nvPr/>
          </p:nvGrpSpPr>
          <p:grpSpPr>
            <a:xfrm>
              <a:off x="6379200" y="1165320"/>
              <a:ext cx="4752720" cy="4760280"/>
              <a:chOff x="6379200" y="1165320"/>
              <a:chExt cx="4752720" cy="4760280"/>
            </a:xfrm>
          </p:grpSpPr>
          <p:grpSp>
            <p:nvGrpSpPr>
              <p:cNvPr id="658" name="Google Shape;982;p23"/>
              <p:cNvGrpSpPr/>
              <p:nvPr/>
            </p:nvGrpSpPr>
            <p:grpSpPr>
              <a:xfrm>
                <a:off x="7297920" y="4842360"/>
                <a:ext cx="2083680" cy="237600"/>
                <a:chOff x="7297920" y="4842360"/>
                <a:chExt cx="2083680" cy="237600"/>
              </a:xfrm>
            </p:grpSpPr>
            <p:sp>
              <p:nvSpPr>
                <p:cNvPr id="659" name="Google Shape;983;p23"/>
                <p:cNvSpPr/>
                <p:nvPr/>
              </p:nvSpPr>
              <p:spPr>
                <a:xfrm rot="16200000" flipV="1">
                  <a:off x="8332560" y="4030560"/>
                  <a:ext cx="14040" cy="2083680"/>
                </a:xfrm>
                <a:custGeom>
                  <a:avLst/>
                  <a:gdLst>
                    <a:gd name="textAreaLeft" fmla="*/ 0 w 14040"/>
                    <a:gd name="textAreaRight" fmla="*/ 14400 w 14040"/>
                    <a:gd name="textAreaTop" fmla="*/ 360 h 2083680"/>
                    <a:gd name="textAreaBottom" fmla="*/ 2084400 h 20836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0" name="Google Shape;984;p23"/>
                <p:cNvSpPr/>
                <p:nvPr/>
              </p:nvSpPr>
              <p:spPr>
                <a:xfrm rot="16200000" flipV="1">
                  <a:off x="8332560" y="3807000"/>
                  <a:ext cx="14040" cy="2083680"/>
                </a:xfrm>
                <a:custGeom>
                  <a:avLst/>
                  <a:gdLst>
                    <a:gd name="textAreaLeft" fmla="*/ 0 w 14040"/>
                    <a:gd name="textAreaRight" fmla="*/ 14400 w 14040"/>
                    <a:gd name="textAreaTop" fmla="*/ 360 h 2083680"/>
                    <a:gd name="textAreaBottom" fmla="*/ 2084400 h 20836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61" name="Google Shape;985;p23"/>
              <p:cNvGrpSpPr/>
              <p:nvPr/>
            </p:nvGrpSpPr>
            <p:grpSpPr>
              <a:xfrm>
                <a:off x="6379200" y="1165320"/>
                <a:ext cx="4752720" cy="4479840"/>
                <a:chOff x="6379200" y="1165320"/>
                <a:chExt cx="4752720" cy="4479840"/>
              </a:xfrm>
            </p:grpSpPr>
            <p:sp>
              <p:nvSpPr>
                <p:cNvPr id="662" name="Google Shape;986;p23"/>
                <p:cNvSpPr/>
                <p:nvPr/>
              </p:nvSpPr>
              <p:spPr>
                <a:xfrm rot="2700000" flipV="1">
                  <a:off x="7169400" y="1686960"/>
                  <a:ext cx="2899080" cy="3436200"/>
                </a:xfrm>
                <a:custGeom>
                  <a:avLst/>
                  <a:gdLst>
                    <a:gd name="textAreaLeft" fmla="*/ 0 w 2899080"/>
                    <a:gd name="textAreaRight" fmla="*/ 2899440 w 2899080"/>
                    <a:gd name="textAreaTop" fmla="*/ -360 h 3436200"/>
                    <a:gd name="textAreaBottom" fmla="*/ 3436200 h 343620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3" name="Google Shape;987;p23"/>
                <p:cNvSpPr/>
                <p:nvPr/>
              </p:nvSpPr>
              <p:spPr>
                <a:xfrm rot="2700000" flipV="1">
                  <a:off x="7330320" y="2957760"/>
                  <a:ext cx="2116440" cy="2212200"/>
                </a:xfrm>
                <a:custGeom>
                  <a:avLst/>
                  <a:gdLst>
                    <a:gd name="textAreaLeft" fmla="*/ 0 w 2116440"/>
                    <a:gd name="textAreaRight" fmla="*/ 2116800 w 2116440"/>
                    <a:gd name="textAreaTop" fmla="*/ -360 h 2212200"/>
                    <a:gd name="textAreaBottom" fmla="*/ 2212200 h 22122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4" name="Google Shape;988;p23"/>
                <p:cNvSpPr/>
                <p:nvPr/>
              </p:nvSpPr>
              <p:spPr>
                <a:xfrm rot="2700000" flipV="1">
                  <a:off x="7875000" y="1615680"/>
                  <a:ext cx="2281320" cy="3703680"/>
                </a:xfrm>
                <a:custGeom>
                  <a:avLst/>
                  <a:gdLst>
                    <a:gd name="textAreaLeft" fmla="*/ 0 w 2281320"/>
                    <a:gd name="textAreaRight" fmla="*/ 2281680 w 2281320"/>
                    <a:gd name="textAreaTop" fmla="*/ 360 h 3703680"/>
                    <a:gd name="textAreaBottom" fmla="*/ 3704400 h 37036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65" name="Google Shape;989;p23"/>
              <p:cNvGrpSpPr/>
              <p:nvPr/>
            </p:nvGrpSpPr>
            <p:grpSpPr>
              <a:xfrm>
                <a:off x="8066880" y="4561920"/>
                <a:ext cx="546120" cy="798840"/>
                <a:chOff x="8066880" y="4561920"/>
                <a:chExt cx="546120" cy="798840"/>
              </a:xfrm>
            </p:grpSpPr>
            <p:grpSp>
              <p:nvGrpSpPr>
                <p:cNvPr id="666" name="Google Shape;990;p23"/>
                <p:cNvGrpSpPr/>
                <p:nvPr/>
              </p:nvGrpSpPr>
              <p:grpSpPr>
                <a:xfrm>
                  <a:off x="8066880" y="4814640"/>
                  <a:ext cx="546120" cy="546120"/>
                  <a:chOff x="8066880" y="4814640"/>
                  <a:chExt cx="546120" cy="546120"/>
                </a:xfrm>
              </p:grpSpPr>
              <p:sp>
                <p:nvSpPr>
                  <p:cNvPr id="667" name="Google Shape;991;p23"/>
                  <p:cNvSpPr/>
                  <p:nvPr/>
                </p:nvSpPr>
                <p:spPr>
                  <a:xfrm rot="13500000" flipV="1">
                    <a:off x="8142480" y="4898520"/>
                    <a:ext cx="394560" cy="377640"/>
                  </a:xfrm>
                  <a:custGeom>
                    <a:avLst/>
                    <a:gdLst>
                      <a:gd name="textAreaLeft" fmla="*/ 0 w 394560"/>
                      <a:gd name="textAreaRight" fmla="*/ 394920 w 394560"/>
                      <a:gd name="textAreaTop" fmla="*/ -360 h 377640"/>
                      <a:gd name="textAreaBottom" fmla="*/ 37764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68" name="Google Shape;992;p23"/>
                  <p:cNvGrpSpPr/>
                  <p:nvPr/>
                </p:nvGrpSpPr>
                <p:grpSpPr>
                  <a:xfrm>
                    <a:off x="8242560" y="4867560"/>
                    <a:ext cx="255240" cy="442800"/>
                    <a:chOff x="8242560" y="4867560"/>
                    <a:chExt cx="255240" cy="442800"/>
                  </a:xfrm>
                </p:grpSpPr>
                <p:sp>
                  <p:nvSpPr>
                    <p:cNvPr id="669" name="Google Shape;993;p23"/>
                    <p:cNvSpPr/>
                    <p:nvPr/>
                  </p:nvSpPr>
                  <p:spPr>
                    <a:xfrm rot="13500000" flipV="1">
                      <a:off x="8280000" y="509220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994;p23"/>
                    <p:cNvSpPr/>
                    <p:nvPr/>
                  </p:nvSpPr>
                  <p:spPr>
                    <a:xfrm rot="13500000" flipV="1">
                      <a:off x="8279640" y="504540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1" name="Google Shape;995;p23"/>
                    <p:cNvSpPr/>
                    <p:nvPr/>
                  </p:nvSpPr>
                  <p:spPr>
                    <a:xfrm rot="13500000" flipV="1">
                      <a:off x="8280000" y="499824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2" name="Google Shape;996;p23"/>
                    <p:cNvSpPr/>
                    <p:nvPr/>
                  </p:nvSpPr>
                  <p:spPr>
                    <a:xfrm rot="13500000" flipV="1">
                      <a:off x="8280000" y="495144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3" name="Google Shape;997;p23"/>
                    <p:cNvSpPr/>
                    <p:nvPr/>
                  </p:nvSpPr>
                  <p:spPr>
                    <a:xfrm rot="13500000" flipV="1">
                      <a:off x="8279640" y="490464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74" name="Google Shape;998;p23"/>
                <p:cNvSpPr/>
                <p:nvPr/>
              </p:nvSpPr>
              <p:spPr>
                <a:xfrm rot="18900000" flipV="1">
                  <a:off x="8189280" y="4649760"/>
                  <a:ext cx="370800" cy="294480"/>
                </a:xfrm>
                <a:custGeom>
                  <a:avLst/>
                  <a:gdLst>
                    <a:gd name="textAreaLeft" fmla="*/ 0 w 370800"/>
                    <a:gd name="textAreaRight" fmla="*/ 371160 w 370800"/>
                    <a:gd name="textAreaTop" fmla="*/ 360 h 294480"/>
                    <a:gd name="textAreaBottom" fmla="*/ 29520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75" name="Google Shape;999;p23"/>
              <p:cNvGrpSpPr/>
              <p:nvPr/>
            </p:nvGrpSpPr>
            <p:grpSpPr>
              <a:xfrm>
                <a:off x="8859960" y="3593160"/>
                <a:ext cx="462240" cy="676440"/>
                <a:chOff x="8859960" y="3593160"/>
                <a:chExt cx="462240" cy="676440"/>
              </a:xfrm>
            </p:grpSpPr>
            <p:grpSp>
              <p:nvGrpSpPr>
                <p:cNvPr id="676" name="Google Shape;1000;p23"/>
                <p:cNvGrpSpPr/>
                <p:nvPr/>
              </p:nvGrpSpPr>
              <p:grpSpPr>
                <a:xfrm>
                  <a:off x="8859960" y="3807360"/>
                  <a:ext cx="462240" cy="462240"/>
                  <a:chOff x="8859960" y="3807360"/>
                  <a:chExt cx="462240" cy="462240"/>
                </a:xfrm>
              </p:grpSpPr>
              <p:sp>
                <p:nvSpPr>
                  <p:cNvPr id="677" name="Google Shape;1001;p23"/>
                  <p:cNvSpPr/>
                  <p:nvPr/>
                </p:nvSpPr>
                <p:spPr>
                  <a:xfrm rot="13500000" flipV="1">
                    <a:off x="8923680" y="3878640"/>
                    <a:ext cx="334080" cy="319680"/>
                  </a:xfrm>
                  <a:custGeom>
                    <a:avLst/>
                    <a:gdLst>
                      <a:gd name="textAreaLeft" fmla="*/ 0 w 334080"/>
                      <a:gd name="textAreaRight" fmla="*/ 334440 w 334080"/>
                      <a:gd name="textAreaTop" fmla="*/ 360 h 319680"/>
                      <a:gd name="textAreaBottom" fmla="*/ 320400 h 3196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78" name="Google Shape;1002;p23"/>
                  <p:cNvGrpSpPr/>
                  <p:nvPr/>
                </p:nvGrpSpPr>
                <p:grpSpPr>
                  <a:xfrm>
                    <a:off x="9008640" y="3851640"/>
                    <a:ext cx="216000" cy="374760"/>
                    <a:chOff x="9008640" y="3851640"/>
                    <a:chExt cx="216000" cy="374760"/>
                  </a:xfrm>
                </p:grpSpPr>
                <p:sp>
                  <p:nvSpPr>
                    <p:cNvPr id="679" name="Google Shape;1003;p23"/>
                    <p:cNvSpPr/>
                    <p:nvPr/>
                  </p:nvSpPr>
                  <p:spPr>
                    <a:xfrm rot="13500000" flipV="1">
                      <a:off x="9040320" y="4042080"/>
                      <a:ext cx="152640" cy="152640"/>
                    </a:xfrm>
                    <a:custGeom>
                      <a:avLst/>
                      <a:gdLst>
                        <a:gd name="textAreaLeft" fmla="*/ 0 w 152640"/>
                        <a:gd name="textAreaRight" fmla="*/ 153000 w 152640"/>
                        <a:gd name="textAreaTop" fmla="*/ 360 h 152640"/>
                        <a:gd name="textAreaBottom" fmla="*/ 153360 h 15264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0" name="Google Shape;1004;p23"/>
                    <p:cNvSpPr/>
                    <p:nvPr/>
                  </p:nvSpPr>
                  <p:spPr>
                    <a:xfrm rot="13500000" flipV="1">
                      <a:off x="9040320" y="4002480"/>
                      <a:ext cx="152640" cy="152640"/>
                    </a:xfrm>
                    <a:custGeom>
                      <a:avLst/>
                      <a:gdLst>
                        <a:gd name="textAreaLeft" fmla="*/ 0 w 152640"/>
                        <a:gd name="textAreaRight" fmla="*/ 153000 w 152640"/>
                        <a:gd name="textAreaTop" fmla="*/ 360 h 152640"/>
                        <a:gd name="textAreaBottom" fmla="*/ 153360 h 15264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1" name="Google Shape;1005;p23"/>
                    <p:cNvSpPr/>
                    <p:nvPr/>
                  </p:nvSpPr>
                  <p:spPr>
                    <a:xfrm rot="13500000" flipV="1">
                      <a:off x="9040320" y="3962880"/>
                      <a:ext cx="152640" cy="152640"/>
                    </a:xfrm>
                    <a:custGeom>
                      <a:avLst/>
                      <a:gdLst>
                        <a:gd name="textAreaLeft" fmla="*/ 0 w 152640"/>
                        <a:gd name="textAreaRight" fmla="*/ 153000 w 152640"/>
                        <a:gd name="textAreaTop" fmla="*/ 360 h 152640"/>
                        <a:gd name="textAreaBottom" fmla="*/ 153360 h 15264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2" name="Google Shape;1006;p23"/>
                    <p:cNvSpPr/>
                    <p:nvPr/>
                  </p:nvSpPr>
                  <p:spPr>
                    <a:xfrm rot="13500000" flipV="1">
                      <a:off x="9040320" y="3923280"/>
                      <a:ext cx="152640" cy="152640"/>
                    </a:xfrm>
                    <a:custGeom>
                      <a:avLst/>
                      <a:gdLst>
                        <a:gd name="textAreaLeft" fmla="*/ 0 w 152640"/>
                        <a:gd name="textAreaRight" fmla="*/ 153000 w 152640"/>
                        <a:gd name="textAreaTop" fmla="*/ 360 h 152640"/>
                        <a:gd name="textAreaBottom" fmla="*/ 153360 h 15264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3" name="Google Shape;1007;p23"/>
                    <p:cNvSpPr/>
                    <p:nvPr/>
                  </p:nvSpPr>
                  <p:spPr>
                    <a:xfrm rot="13500000" flipV="1">
                      <a:off x="9040320" y="3883320"/>
                      <a:ext cx="152640" cy="152640"/>
                    </a:xfrm>
                    <a:custGeom>
                      <a:avLst/>
                      <a:gdLst>
                        <a:gd name="textAreaLeft" fmla="*/ 0 w 152640"/>
                        <a:gd name="textAreaRight" fmla="*/ 153000 w 152640"/>
                        <a:gd name="textAreaTop" fmla="*/ 360 h 152640"/>
                        <a:gd name="textAreaBottom" fmla="*/ 153360 h 15264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84" name="Google Shape;1008;p23"/>
                <p:cNvSpPr/>
                <p:nvPr/>
              </p:nvSpPr>
              <p:spPr>
                <a:xfrm rot="18900000" flipV="1">
                  <a:off x="8963640" y="3667680"/>
                  <a:ext cx="314280" cy="249120"/>
                </a:xfrm>
                <a:custGeom>
                  <a:avLst/>
                  <a:gdLst>
                    <a:gd name="textAreaLeft" fmla="*/ 0 w 314280"/>
                    <a:gd name="textAreaRight" fmla="*/ 314640 w 314280"/>
                    <a:gd name="textAreaTop" fmla="*/ 360 h 249120"/>
                    <a:gd name="textAreaBottom" fmla="*/ 249840 h 24912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85" name="Google Shape;1009;p23"/>
              <p:cNvGrpSpPr/>
              <p:nvPr/>
            </p:nvGrpSpPr>
            <p:grpSpPr>
              <a:xfrm>
                <a:off x="8818200" y="4057560"/>
                <a:ext cx="546120" cy="798840"/>
                <a:chOff x="8818200" y="4057560"/>
                <a:chExt cx="546120" cy="798840"/>
              </a:xfrm>
            </p:grpSpPr>
            <p:grpSp>
              <p:nvGrpSpPr>
                <p:cNvPr id="686" name="Google Shape;1010;p23"/>
                <p:cNvGrpSpPr/>
                <p:nvPr/>
              </p:nvGrpSpPr>
              <p:grpSpPr>
                <a:xfrm>
                  <a:off x="8818200" y="4310280"/>
                  <a:ext cx="546120" cy="546120"/>
                  <a:chOff x="8818200" y="4310280"/>
                  <a:chExt cx="546120" cy="546120"/>
                </a:xfrm>
              </p:grpSpPr>
              <p:sp>
                <p:nvSpPr>
                  <p:cNvPr id="687" name="Google Shape;1011;p23"/>
                  <p:cNvSpPr/>
                  <p:nvPr/>
                </p:nvSpPr>
                <p:spPr>
                  <a:xfrm rot="13500000" flipV="1">
                    <a:off x="8893800" y="4394160"/>
                    <a:ext cx="394560" cy="377640"/>
                  </a:xfrm>
                  <a:custGeom>
                    <a:avLst/>
                    <a:gdLst>
                      <a:gd name="textAreaLeft" fmla="*/ 0 w 394560"/>
                      <a:gd name="textAreaRight" fmla="*/ 394920 w 394560"/>
                      <a:gd name="textAreaTop" fmla="*/ -360 h 377640"/>
                      <a:gd name="textAreaBottom" fmla="*/ 37764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88" name="Google Shape;1012;p23"/>
                  <p:cNvGrpSpPr/>
                  <p:nvPr/>
                </p:nvGrpSpPr>
                <p:grpSpPr>
                  <a:xfrm>
                    <a:off x="8993880" y="4363200"/>
                    <a:ext cx="255240" cy="442800"/>
                    <a:chOff x="8993880" y="4363200"/>
                    <a:chExt cx="255240" cy="442800"/>
                  </a:xfrm>
                </p:grpSpPr>
                <p:sp>
                  <p:nvSpPr>
                    <p:cNvPr id="689" name="Google Shape;1013;p23"/>
                    <p:cNvSpPr/>
                    <p:nvPr/>
                  </p:nvSpPr>
                  <p:spPr>
                    <a:xfrm rot="13500000" flipV="1">
                      <a:off x="9031320" y="458784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0" name="Google Shape;1014;p23"/>
                    <p:cNvSpPr/>
                    <p:nvPr/>
                  </p:nvSpPr>
                  <p:spPr>
                    <a:xfrm rot="13500000" flipV="1">
                      <a:off x="9030960" y="454104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1" name="Google Shape;1015;p23"/>
                    <p:cNvSpPr/>
                    <p:nvPr/>
                  </p:nvSpPr>
                  <p:spPr>
                    <a:xfrm rot="13500000" flipV="1">
                      <a:off x="9031320" y="449388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2" name="Google Shape;1016;p23"/>
                    <p:cNvSpPr/>
                    <p:nvPr/>
                  </p:nvSpPr>
                  <p:spPr>
                    <a:xfrm rot="13500000" flipV="1">
                      <a:off x="9031320" y="444708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3" name="Google Shape;1017;p23"/>
                    <p:cNvSpPr/>
                    <p:nvPr/>
                  </p:nvSpPr>
                  <p:spPr>
                    <a:xfrm rot="13500000" flipV="1">
                      <a:off x="9030960" y="4400280"/>
                      <a:ext cx="180360" cy="180360"/>
                    </a:xfrm>
                    <a:custGeom>
                      <a:avLst/>
                      <a:gdLst>
                        <a:gd name="textAreaLeft" fmla="*/ 0 w 180360"/>
                        <a:gd name="textAreaRight" fmla="*/ 180720 w 180360"/>
                        <a:gd name="textAreaTop" fmla="*/ -360 h 180360"/>
                        <a:gd name="textAreaBottom" fmla="*/ 18036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94" name="Google Shape;1018;p23"/>
                <p:cNvSpPr/>
                <p:nvPr/>
              </p:nvSpPr>
              <p:spPr>
                <a:xfrm rot="18900000" flipV="1">
                  <a:off x="8940600" y="4145400"/>
                  <a:ext cx="370800" cy="294480"/>
                </a:xfrm>
                <a:custGeom>
                  <a:avLst/>
                  <a:gdLst>
                    <a:gd name="textAreaLeft" fmla="*/ 0 w 370800"/>
                    <a:gd name="textAreaRight" fmla="*/ 371160 w 370800"/>
                    <a:gd name="textAreaTop" fmla="*/ 360 h 294480"/>
                    <a:gd name="textAreaBottom" fmla="*/ 29520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95" name="Google Shape;1019;p23"/>
              <p:cNvGrpSpPr/>
              <p:nvPr/>
            </p:nvGrpSpPr>
            <p:grpSpPr>
              <a:xfrm>
                <a:off x="8139600" y="3937320"/>
                <a:ext cx="1470960" cy="1988280"/>
                <a:chOff x="8139600" y="3937320"/>
                <a:chExt cx="1470960" cy="1988280"/>
              </a:xfrm>
            </p:grpSpPr>
            <p:sp>
              <p:nvSpPr>
                <p:cNvPr id="696" name="Google Shape;1020;p23"/>
                <p:cNvSpPr/>
                <p:nvPr/>
              </p:nvSpPr>
              <p:spPr>
                <a:xfrm rot="13500000" flipV="1">
                  <a:off x="8343720" y="4163760"/>
                  <a:ext cx="1062360" cy="1017720"/>
                </a:xfrm>
                <a:custGeom>
                  <a:avLst/>
                  <a:gdLst>
                    <a:gd name="textAreaLeft" fmla="*/ 0 w 1062360"/>
                    <a:gd name="textAreaRight" fmla="*/ 1062720 w 1062360"/>
                    <a:gd name="textAreaTop" fmla="*/ -360 h 1017720"/>
                    <a:gd name="textAreaBottom" fmla="*/ 101772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7" name="Google Shape;1021;p23"/>
                <p:cNvSpPr/>
                <p:nvPr/>
              </p:nvSpPr>
              <p:spPr>
                <a:xfrm rot="13500000" flipV="1">
                  <a:off x="8343720" y="4681080"/>
                  <a:ext cx="1062360" cy="1017720"/>
                </a:xfrm>
                <a:custGeom>
                  <a:avLst/>
                  <a:gdLst>
                    <a:gd name="textAreaLeft" fmla="*/ 0 w 1062360"/>
                    <a:gd name="textAreaRight" fmla="*/ 1062720 w 1062360"/>
                    <a:gd name="textAreaTop" fmla="*/ -360 h 1017720"/>
                    <a:gd name="textAreaBottom" fmla="*/ 101772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98" name="Google Shape;1022;p23"/>
            <p:cNvGrpSpPr/>
            <p:nvPr/>
          </p:nvGrpSpPr>
          <p:grpSpPr>
            <a:xfrm>
              <a:off x="9068040" y="1975320"/>
              <a:ext cx="438840" cy="438840"/>
              <a:chOff x="9068040" y="1975320"/>
              <a:chExt cx="438840" cy="438840"/>
            </a:xfrm>
          </p:grpSpPr>
          <p:sp>
            <p:nvSpPr>
              <p:cNvPr id="699" name="Google Shape;1023;p23"/>
              <p:cNvSpPr/>
              <p:nvPr/>
            </p:nvSpPr>
            <p:spPr>
              <a:xfrm rot="5400000" flipV="1">
                <a:off x="9068040" y="1974960"/>
                <a:ext cx="438840" cy="438840"/>
              </a:xfrm>
              <a:custGeom>
                <a:avLst/>
                <a:gdLst>
                  <a:gd name="textAreaLeft" fmla="*/ 0 w 438840"/>
                  <a:gd name="textAreaRight" fmla="*/ 439200 w 438840"/>
                  <a:gd name="textAreaTop" fmla="*/ -360 h 438840"/>
                  <a:gd name="textAreaBottom" fmla="*/ 43884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0" name="Google Shape;1024;p23"/>
              <p:cNvSpPr/>
              <p:nvPr/>
            </p:nvSpPr>
            <p:spPr>
              <a:xfrm rot="5400000" flipV="1">
                <a:off x="9156600" y="2075040"/>
                <a:ext cx="262440" cy="239400"/>
              </a:xfrm>
              <a:custGeom>
                <a:avLst/>
                <a:gdLst>
                  <a:gd name="textAreaLeft" fmla="*/ 0 w 262440"/>
                  <a:gd name="textAreaRight" fmla="*/ 262800 w 262440"/>
                  <a:gd name="textAreaTop" fmla="*/ -360 h 239400"/>
                  <a:gd name="textAreaBottom" fmla="*/ 23940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pic>
        <p:nvPicPr>
          <p:cNvPr id="701" name="Google Shape;1025;p23"/>
          <p:cNvPicPr/>
          <p:nvPr/>
        </p:nvPicPr>
        <p:blipFill>
          <a:blip r:embed="rId2"/>
          <a:srcRect l="16959" t="24713" r="7122" b="26173"/>
          <a:stretch/>
        </p:blipFill>
        <p:spPr>
          <a:xfrm rot="5400000">
            <a:off x="-1432440" y="882720"/>
            <a:ext cx="2441520" cy="1863360"/>
          </a:xfrm>
          <a:prstGeom prst="rect">
            <a:avLst/>
          </a:prstGeom>
          <a:noFill/>
          <a:ln w="0">
            <a:noFill/>
          </a:ln>
        </p:spPr>
      </p:pic>
      <p:grpSp>
        <p:nvGrpSpPr>
          <p:cNvPr id="702" name="Google Shape;1026;p23"/>
          <p:cNvGrpSpPr/>
          <p:nvPr/>
        </p:nvGrpSpPr>
        <p:grpSpPr>
          <a:xfrm>
            <a:off x="6045840" y="238320"/>
            <a:ext cx="4558680" cy="133920"/>
            <a:chOff x="6045840" y="238320"/>
            <a:chExt cx="4558680" cy="133920"/>
          </a:xfrm>
        </p:grpSpPr>
        <p:sp>
          <p:nvSpPr>
            <p:cNvPr id="703" name="Google Shape;1027;p23"/>
            <p:cNvSpPr/>
            <p:nvPr/>
          </p:nvSpPr>
          <p:spPr>
            <a:xfrm rot="10800000">
              <a:off x="6045840" y="2383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704" name="Google Shape;1028;p23"/>
            <p:cNvCxnSpPr/>
            <p:nvPr/>
          </p:nvCxnSpPr>
          <p:spPr>
            <a:xfrm flipH="1">
              <a:off x="6141600" y="304920"/>
              <a:ext cx="4463280" cy="360"/>
            </a:xfrm>
            <a:prstGeom prst="straightConnector1">
              <a:avLst/>
            </a:prstGeom>
            <a:ln w="9525">
              <a:solidFill>
                <a:srgbClr val="0C0A9E"/>
              </a:solidFill>
              <a:round/>
            </a:ln>
          </p:spPr>
        </p:cxnSp>
        <p:sp>
          <p:nvSpPr>
            <p:cNvPr id="705" name="Google Shape;1029;p23"/>
            <p:cNvSpPr/>
            <p:nvPr/>
          </p:nvSpPr>
          <p:spPr>
            <a:xfrm rot="10800000">
              <a:off x="6076080" y="2685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6" name="Google Shape;1030;p23"/>
          <p:cNvGrpSpPr/>
          <p:nvPr/>
        </p:nvGrpSpPr>
        <p:grpSpPr>
          <a:xfrm>
            <a:off x="-1143720" y="3925800"/>
            <a:ext cx="4558680" cy="1517760"/>
            <a:chOff x="-1143720" y="3925800"/>
            <a:chExt cx="4558680" cy="1517760"/>
          </a:xfrm>
        </p:grpSpPr>
        <p:grpSp>
          <p:nvGrpSpPr>
            <p:cNvPr id="707" name="Google Shape;1031;p23"/>
            <p:cNvGrpSpPr/>
            <p:nvPr/>
          </p:nvGrpSpPr>
          <p:grpSpPr>
            <a:xfrm>
              <a:off x="-500040" y="3925800"/>
              <a:ext cx="906480" cy="1517760"/>
              <a:chOff x="-500040" y="3925800"/>
              <a:chExt cx="906480" cy="1517760"/>
            </a:xfrm>
          </p:grpSpPr>
          <p:sp>
            <p:nvSpPr>
              <p:cNvPr id="708" name="Google Shape;1032;p23"/>
              <p:cNvSpPr/>
              <p:nvPr/>
            </p:nvSpPr>
            <p:spPr>
              <a:xfrm rot="5400000">
                <a:off x="-221760" y="3938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9" name="Google Shape;1033;p23"/>
              <p:cNvSpPr/>
              <p:nvPr/>
            </p:nvSpPr>
            <p:spPr>
              <a:xfrm rot="5400000">
                <a:off x="-41760" y="4511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0" name="Google Shape;1034;p23"/>
              <p:cNvSpPr/>
              <p:nvPr/>
            </p:nvSpPr>
            <p:spPr>
              <a:xfrm rot="5400000">
                <a:off x="-512280" y="43956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1" name="Google Shape;1035;p23"/>
              <p:cNvSpPr/>
              <p:nvPr/>
            </p:nvSpPr>
            <p:spPr>
              <a:xfrm rot="5400000">
                <a:off x="-162720" y="4874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2" name="Google Shape;1036;p23"/>
            <p:cNvGrpSpPr/>
            <p:nvPr/>
          </p:nvGrpSpPr>
          <p:grpSpPr>
            <a:xfrm>
              <a:off x="-549360" y="4022640"/>
              <a:ext cx="2832840" cy="1420560"/>
              <a:chOff x="-549360" y="4022640"/>
              <a:chExt cx="2832840" cy="1420560"/>
            </a:xfrm>
          </p:grpSpPr>
          <p:sp>
            <p:nvSpPr>
              <p:cNvPr id="713" name="Google Shape;1037;p23"/>
              <p:cNvSpPr/>
              <p:nvPr/>
            </p:nvSpPr>
            <p:spPr>
              <a:xfrm rot="5400000">
                <a:off x="156600" y="331632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14" name="Google Shape;1038;p23"/>
              <p:cNvGrpSpPr/>
              <p:nvPr/>
            </p:nvGrpSpPr>
            <p:grpSpPr>
              <a:xfrm>
                <a:off x="444960" y="4569840"/>
                <a:ext cx="161640" cy="161640"/>
                <a:chOff x="444960" y="4569840"/>
                <a:chExt cx="161640" cy="161640"/>
              </a:xfrm>
            </p:grpSpPr>
            <p:sp>
              <p:nvSpPr>
                <p:cNvPr id="715" name="Google Shape;1039;p23"/>
                <p:cNvSpPr/>
                <p:nvPr/>
              </p:nvSpPr>
              <p:spPr>
                <a:xfrm>
                  <a:off x="444960" y="456984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6" name="Google Shape;1040;p23"/>
                <p:cNvSpPr/>
                <p:nvPr/>
              </p:nvSpPr>
              <p:spPr>
                <a:xfrm>
                  <a:off x="477720" y="460656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7" name="Google Shape;1041;p23"/>
              <p:cNvGrpSpPr/>
              <p:nvPr/>
            </p:nvGrpSpPr>
            <p:grpSpPr>
              <a:xfrm>
                <a:off x="1827720" y="4988520"/>
                <a:ext cx="161640" cy="161640"/>
                <a:chOff x="1827720" y="4988520"/>
                <a:chExt cx="161640" cy="161640"/>
              </a:xfrm>
            </p:grpSpPr>
            <p:sp>
              <p:nvSpPr>
                <p:cNvPr id="718" name="Google Shape;1042;p23"/>
                <p:cNvSpPr/>
                <p:nvPr/>
              </p:nvSpPr>
              <p:spPr>
                <a:xfrm rot="10800000">
                  <a:off x="1827720" y="498852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9" name="Google Shape;1043;p23"/>
                <p:cNvSpPr/>
                <p:nvPr/>
              </p:nvSpPr>
              <p:spPr>
                <a:xfrm rot="10800000">
                  <a:off x="1860480" y="50248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720" name="Google Shape;1044;p23"/>
            <p:cNvSpPr/>
            <p:nvPr/>
          </p:nvSpPr>
          <p:spPr>
            <a:xfrm rot="16200000">
              <a:off x="362160" y="377280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EB9109"/>
                </a:gs>
                <a:gs pos="78000">
                  <a:srgbClr val="F5F8FF"/>
                </a:gs>
                <a:gs pos="100000">
                  <a:srgbClr val="F5F8FF"/>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21" name="Google Shape;1045;p23"/>
            <p:cNvGrpSpPr/>
            <p:nvPr/>
          </p:nvGrpSpPr>
          <p:grpSpPr>
            <a:xfrm>
              <a:off x="-1143720" y="4817880"/>
              <a:ext cx="4558680" cy="133920"/>
              <a:chOff x="-1143720" y="4817880"/>
              <a:chExt cx="4558680" cy="133920"/>
            </a:xfrm>
          </p:grpSpPr>
          <p:sp>
            <p:nvSpPr>
              <p:cNvPr id="722" name="Google Shape;1046;p23"/>
              <p:cNvSpPr/>
              <p:nvPr/>
            </p:nvSpPr>
            <p:spPr>
              <a:xfrm>
                <a:off x="3281040" y="48178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723" name="Google Shape;1047;p23"/>
              <p:cNvCxnSpPr/>
              <p:nvPr/>
            </p:nvCxnSpPr>
            <p:spPr>
              <a:xfrm>
                <a:off x="-1143720" y="4884480"/>
                <a:ext cx="4462920" cy="360"/>
              </a:xfrm>
              <a:prstGeom prst="straightConnector1">
                <a:avLst/>
              </a:prstGeom>
              <a:ln w="9525">
                <a:solidFill>
                  <a:srgbClr val="0C0A9E"/>
                </a:solidFill>
                <a:round/>
              </a:ln>
            </p:spPr>
          </p:cxnSp>
          <p:sp>
            <p:nvSpPr>
              <p:cNvPr id="724" name="Google Shape;1048;p23"/>
              <p:cNvSpPr/>
              <p:nvPr/>
            </p:nvSpPr>
            <p:spPr>
              <a:xfrm>
                <a:off x="3311280" y="48477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8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827" name="Google Shape;1174;p26"/>
          <p:cNvGrpSpPr/>
          <p:nvPr/>
        </p:nvGrpSpPr>
        <p:grpSpPr>
          <a:xfrm>
            <a:off x="-2902320" y="1271880"/>
            <a:ext cx="6190920" cy="6190920"/>
            <a:chOff x="-2902320" y="1271880"/>
            <a:chExt cx="6190920" cy="6190920"/>
          </a:xfrm>
        </p:grpSpPr>
        <p:pic>
          <p:nvPicPr>
            <p:cNvPr id="828" name="Google Shape;1175;p26"/>
            <p:cNvPicPr/>
            <p:nvPr/>
          </p:nvPicPr>
          <p:blipFill>
            <a:blip r:embed="rId2"/>
            <a:srcRect l="16959" t="24713" r="7122" b="26173"/>
            <a:stretch/>
          </p:blipFill>
          <p:spPr>
            <a:xfrm>
              <a:off x="-757080" y="3866760"/>
              <a:ext cx="2441520" cy="1863360"/>
            </a:xfrm>
            <a:prstGeom prst="rect">
              <a:avLst/>
            </a:prstGeom>
            <a:noFill/>
            <a:ln w="0">
              <a:noFill/>
            </a:ln>
          </p:spPr>
        </p:pic>
        <p:grpSp>
          <p:nvGrpSpPr>
            <p:cNvPr id="829" name="Google Shape;1176;p26"/>
            <p:cNvGrpSpPr/>
            <p:nvPr/>
          </p:nvGrpSpPr>
          <p:grpSpPr>
            <a:xfrm>
              <a:off x="-2902320" y="1271880"/>
              <a:ext cx="6190920" cy="6190920"/>
              <a:chOff x="-2902320" y="1271880"/>
              <a:chExt cx="6190920" cy="6190920"/>
            </a:xfrm>
          </p:grpSpPr>
          <p:sp>
            <p:nvSpPr>
              <p:cNvPr id="830" name="Google Shape;1177;p26"/>
              <p:cNvSpPr/>
              <p:nvPr/>
            </p:nvSpPr>
            <p:spPr>
              <a:xfrm rot="2700000" flipH="1">
                <a:off x="-1810080" y="1992600"/>
                <a:ext cx="4006080" cy="4749120"/>
              </a:xfrm>
              <a:custGeom>
                <a:avLst/>
                <a:gdLst>
                  <a:gd name="textAreaLeft" fmla="*/ 360 w 4006080"/>
                  <a:gd name="textAreaRight" fmla="*/ 400680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EB9109"/>
                  </a:gs>
                  <a:gs pos="40000">
                    <a:srgbClr val="FF9900">
                      <a:alpha val="41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1" name="Google Shape;1178;p26"/>
              <p:cNvSpPr/>
              <p:nvPr/>
            </p:nvSpPr>
            <p:spPr>
              <a:xfrm rot="2700000" flipH="1">
                <a:off x="-1269000" y="250020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32" name="Google Shape;1179;p26"/>
              <p:cNvGrpSpPr/>
              <p:nvPr/>
            </p:nvGrpSpPr>
            <p:grpSpPr>
              <a:xfrm>
                <a:off x="308880" y="3043080"/>
                <a:ext cx="133920" cy="133920"/>
                <a:chOff x="308880" y="3043080"/>
                <a:chExt cx="133920" cy="133920"/>
              </a:xfrm>
            </p:grpSpPr>
            <p:sp>
              <p:nvSpPr>
                <p:cNvPr id="833" name="Google Shape;1180;p26"/>
                <p:cNvSpPr/>
                <p:nvPr/>
              </p:nvSpPr>
              <p:spPr>
                <a:xfrm rot="10800000">
                  <a:off x="308880" y="30430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4" name="Google Shape;1181;p26"/>
                <p:cNvSpPr/>
                <p:nvPr/>
              </p:nvSpPr>
              <p:spPr>
                <a:xfrm rot="10800000">
                  <a:off x="327600" y="306180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35" name="Google Shape;1182;p26"/>
              <p:cNvGrpSpPr/>
              <p:nvPr/>
            </p:nvGrpSpPr>
            <p:grpSpPr>
              <a:xfrm>
                <a:off x="70200" y="3711240"/>
                <a:ext cx="133920" cy="133920"/>
                <a:chOff x="70200" y="3711240"/>
                <a:chExt cx="133920" cy="133920"/>
              </a:xfrm>
            </p:grpSpPr>
            <p:sp>
              <p:nvSpPr>
                <p:cNvPr id="836" name="Google Shape;1183;p26"/>
                <p:cNvSpPr/>
                <p:nvPr/>
              </p:nvSpPr>
              <p:spPr>
                <a:xfrm rot="10800000">
                  <a:off x="70200" y="3711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7" name="Google Shape;1184;p26"/>
                <p:cNvSpPr/>
                <p:nvPr/>
              </p:nvSpPr>
              <p:spPr>
                <a:xfrm rot="10800000">
                  <a:off x="88920" y="372996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38" name="Google Shape;1185;p26"/>
              <p:cNvGrpSpPr/>
              <p:nvPr/>
            </p:nvGrpSpPr>
            <p:grpSpPr>
              <a:xfrm>
                <a:off x="-177840" y="3780720"/>
                <a:ext cx="939240" cy="2448720"/>
                <a:chOff x="-177840" y="3780720"/>
                <a:chExt cx="939240" cy="2448720"/>
              </a:xfrm>
            </p:grpSpPr>
            <p:sp>
              <p:nvSpPr>
                <p:cNvPr id="839" name="Google Shape;1186;p26"/>
                <p:cNvSpPr/>
                <p:nvPr/>
              </p:nvSpPr>
              <p:spPr>
                <a:xfrm rot="10800000">
                  <a:off x="184320" y="425520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0" name="Google Shape;1187;p26"/>
                <p:cNvSpPr/>
                <p:nvPr/>
              </p:nvSpPr>
              <p:spPr>
                <a:xfrm rot="10800000">
                  <a:off x="-177480" y="3780720"/>
                  <a:ext cx="686880" cy="2086560"/>
                </a:xfrm>
                <a:custGeom>
                  <a:avLst/>
                  <a:gdLst>
                    <a:gd name="textAreaLeft" fmla="*/ 0 w 686880"/>
                    <a:gd name="textAreaRight" fmla="*/ 687240 w 686880"/>
                    <a:gd name="textAreaTop" fmla="*/ 0 h 2086560"/>
                    <a:gd name="textAreaBottom" fmla="*/ 2086920 h 20865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41" name="Google Shape;1188;p26"/>
                <p:cNvGrpSpPr/>
                <p:nvPr/>
              </p:nvGrpSpPr>
              <p:grpSpPr>
                <a:xfrm>
                  <a:off x="457200" y="5492880"/>
                  <a:ext cx="133560" cy="133560"/>
                  <a:chOff x="457200" y="5492880"/>
                  <a:chExt cx="133560" cy="133560"/>
                </a:xfrm>
              </p:grpSpPr>
              <p:sp>
                <p:nvSpPr>
                  <p:cNvPr id="842" name="Google Shape;1189;p26"/>
                  <p:cNvSpPr/>
                  <p:nvPr/>
                </p:nvSpPr>
                <p:spPr>
                  <a:xfrm rot="10800000">
                    <a:off x="457200" y="549288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3" name="Google Shape;1190;p26"/>
                  <p:cNvSpPr/>
                  <p:nvPr/>
                </p:nvSpPr>
                <p:spPr>
                  <a:xfrm rot="10800000">
                    <a:off x="475920" y="551196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grpSp>
        <p:nvGrpSpPr>
          <p:cNvPr id="844" name="Google Shape;1191;p26"/>
          <p:cNvGrpSpPr/>
          <p:nvPr/>
        </p:nvGrpSpPr>
        <p:grpSpPr>
          <a:xfrm>
            <a:off x="5650200" y="-1036440"/>
            <a:ext cx="6190920" cy="6865200"/>
            <a:chOff x="5650200" y="-1036440"/>
            <a:chExt cx="6190920" cy="6865200"/>
          </a:xfrm>
        </p:grpSpPr>
        <p:grpSp>
          <p:nvGrpSpPr>
            <p:cNvPr id="845" name="Google Shape;1192;p26"/>
            <p:cNvGrpSpPr/>
            <p:nvPr/>
          </p:nvGrpSpPr>
          <p:grpSpPr>
            <a:xfrm>
              <a:off x="5650200" y="-362160"/>
              <a:ext cx="6190920" cy="6190920"/>
              <a:chOff x="5650200" y="-362160"/>
              <a:chExt cx="6190920" cy="6190920"/>
            </a:xfrm>
          </p:grpSpPr>
          <p:grpSp>
            <p:nvGrpSpPr>
              <p:cNvPr id="846" name="Google Shape;1193;p26"/>
              <p:cNvGrpSpPr/>
              <p:nvPr/>
            </p:nvGrpSpPr>
            <p:grpSpPr>
              <a:xfrm>
                <a:off x="5650200" y="-362160"/>
                <a:ext cx="6190920" cy="6190920"/>
                <a:chOff x="5650200" y="-362160"/>
                <a:chExt cx="6190920" cy="6190920"/>
              </a:xfrm>
            </p:grpSpPr>
            <p:sp>
              <p:nvSpPr>
                <p:cNvPr id="847" name="Google Shape;1194;p26"/>
                <p:cNvSpPr/>
                <p:nvPr/>
              </p:nvSpPr>
              <p:spPr>
                <a:xfrm rot="13500000" flipH="1">
                  <a:off x="6742080" y="358560"/>
                  <a:ext cx="4006080" cy="4749120"/>
                </a:xfrm>
                <a:custGeom>
                  <a:avLst/>
                  <a:gdLst>
                    <a:gd name="textAreaLeft" fmla="*/ 360 w 4006080"/>
                    <a:gd name="textAreaRight" fmla="*/ 400680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EB9109"/>
                    </a:gs>
                    <a:gs pos="40000">
                      <a:srgbClr val="FF9900">
                        <a:alpha val="41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8" name="Google Shape;1195;p26"/>
                <p:cNvSpPr/>
                <p:nvPr/>
              </p:nvSpPr>
              <p:spPr>
                <a:xfrm rot="13500000" flipH="1">
                  <a:off x="7282800" y="154260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9" name="Google Shape;1196;p26"/>
                <p:cNvSpPr/>
                <p:nvPr/>
              </p:nvSpPr>
              <p:spPr>
                <a:xfrm>
                  <a:off x="8507880" y="-29196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0" name="Google Shape;1197;p26"/>
                <p:cNvSpPr/>
                <p:nvPr/>
              </p:nvSpPr>
              <p:spPr>
                <a:xfrm>
                  <a:off x="8760600" y="70200"/>
                  <a:ext cx="686880" cy="2086560"/>
                </a:xfrm>
                <a:custGeom>
                  <a:avLst/>
                  <a:gdLst>
                    <a:gd name="textAreaLeft" fmla="*/ 0 w 686880"/>
                    <a:gd name="textAreaRight" fmla="*/ 687240 w 686880"/>
                    <a:gd name="textAreaTop" fmla="*/ 0 h 2086560"/>
                    <a:gd name="textAreaBottom" fmla="*/ 2086920 h 20865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51" name="Google Shape;1198;p26"/>
              <p:cNvGrpSpPr/>
              <p:nvPr/>
            </p:nvGrpSpPr>
            <p:grpSpPr>
              <a:xfrm>
                <a:off x="8496720" y="3923640"/>
                <a:ext cx="133920" cy="133920"/>
                <a:chOff x="8496720" y="3923640"/>
                <a:chExt cx="133920" cy="133920"/>
              </a:xfrm>
            </p:grpSpPr>
            <p:sp>
              <p:nvSpPr>
                <p:cNvPr id="852" name="Google Shape;1199;p26"/>
                <p:cNvSpPr/>
                <p:nvPr/>
              </p:nvSpPr>
              <p:spPr>
                <a:xfrm>
                  <a:off x="8496720" y="39236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3" name="Google Shape;1200;p26"/>
                <p:cNvSpPr/>
                <p:nvPr/>
              </p:nvSpPr>
              <p:spPr>
                <a:xfrm>
                  <a:off x="8515440" y="394236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54" name="Google Shape;1201;p26"/>
              <p:cNvGrpSpPr/>
              <p:nvPr/>
            </p:nvGrpSpPr>
            <p:grpSpPr>
              <a:xfrm>
                <a:off x="8735400" y="3255480"/>
                <a:ext cx="133920" cy="133920"/>
                <a:chOff x="8735400" y="3255480"/>
                <a:chExt cx="133920" cy="133920"/>
              </a:xfrm>
            </p:grpSpPr>
            <p:sp>
              <p:nvSpPr>
                <p:cNvPr id="855" name="Google Shape;1202;p26"/>
                <p:cNvSpPr/>
                <p:nvPr/>
              </p:nvSpPr>
              <p:spPr>
                <a:xfrm>
                  <a:off x="8735400" y="32554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6" name="Google Shape;1203;p26"/>
                <p:cNvSpPr/>
                <p:nvPr/>
              </p:nvSpPr>
              <p:spPr>
                <a:xfrm>
                  <a:off x="8754120" y="327456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57" name="Google Shape;1204;p26"/>
              <p:cNvGrpSpPr/>
              <p:nvPr/>
            </p:nvGrpSpPr>
            <p:grpSpPr>
              <a:xfrm>
                <a:off x="8678880" y="311040"/>
                <a:ext cx="133560" cy="133560"/>
                <a:chOff x="8678880" y="311040"/>
                <a:chExt cx="133560" cy="133560"/>
              </a:xfrm>
            </p:grpSpPr>
            <p:sp>
              <p:nvSpPr>
                <p:cNvPr id="858" name="Google Shape;1205;p26"/>
                <p:cNvSpPr/>
                <p:nvPr/>
              </p:nvSpPr>
              <p:spPr>
                <a:xfrm>
                  <a:off x="8678880" y="3110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206;p26"/>
                <p:cNvSpPr/>
                <p:nvPr/>
              </p:nvSpPr>
              <p:spPr>
                <a:xfrm>
                  <a:off x="8697600" y="3301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pic>
          <p:nvPicPr>
            <p:cNvPr id="860" name="Google Shape;1207;p26"/>
            <p:cNvPicPr/>
            <p:nvPr/>
          </p:nvPicPr>
          <p:blipFill>
            <a:blip r:embed="rId2"/>
            <a:srcRect l="16959" t="24713" r="7122" b="26173"/>
            <a:stretch/>
          </p:blipFill>
          <p:spPr>
            <a:xfrm>
              <a:off x="7081920" y="-1036440"/>
              <a:ext cx="2441520" cy="1863360"/>
            </a:xfrm>
            <a:prstGeom prst="rect">
              <a:avLst/>
            </a:prstGeom>
            <a:noFill/>
            <a:ln w="0">
              <a:noFill/>
            </a:ln>
          </p:spPr>
        </p:pic>
      </p:grpSp>
      <p:grpSp>
        <p:nvGrpSpPr>
          <p:cNvPr id="861" name="Google Shape;1208;p26"/>
          <p:cNvGrpSpPr/>
          <p:nvPr/>
        </p:nvGrpSpPr>
        <p:grpSpPr>
          <a:xfrm>
            <a:off x="3984120" y="4933080"/>
            <a:ext cx="667800" cy="438840"/>
            <a:chOff x="3984120" y="4933080"/>
            <a:chExt cx="667800" cy="438840"/>
          </a:xfrm>
        </p:grpSpPr>
        <p:grpSp>
          <p:nvGrpSpPr>
            <p:cNvPr id="862" name="Google Shape;1209;p26"/>
            <p:cNvGrpSpPr/>
            <p:nvPr/>
          </p:nvGrpSpPr>
          <p:grpSpPr>
            <a:xfrm>
              <a:off x="3984120" y="4933080"/>
              <a:ext cx="438840" cy="438840"/>
              <a:chOff x="3984120" y="4933080"/>
              <a:chExt cx="438840" cy="438840"/>
            </a:xfrm>
          </p:grpSpPr>
          <p:sp>
            <p:nvSpPr>
              <p:cNvPr id="863" name="Google Shape;1210;p26"/>
              <p:cNvSpPr/>
              <p:nvPr/>
            </p:nvSpPr>
            <p:spPr>
              <a:xfrm rot="5400000">
                <a:off x="3984120" y="49330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2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4" name="Google Shape;1211;p26"/>
              <p:cNvSpPr/>
              <p:nvPr/>
            </p:nvSpPr>
            <p:spPr>
              <a:xfrm rot="5400000">
                <a:off x="4072320" y="50331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2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65" name="Google Shape;1212;p26"/>
            <p:cNvGrpSpPr/>
            <p:nvPr/>
          </p:nvGrpSpPr>
          <p:grpSpPr>
            <a:xfrm>
              <a:off x="4423320" y="5038200"/>
              <a:ext cx="228600" cy="228600"/>
              <a:chOff x="4423320" y="5038200"/>
              <a:chExt cx="228600" cy="228600"/>
            </a:xfrm>
          </p:grpSpPr>
          <p:sp>
            <p:nvSpPr>
              <p:cNvPr id="866" name="Google Shape;1213;p26"/>
              <p:cNvSpPr/>
              <p:nvPr/>
            </p:nvSpPr>
            <p:spPr>
              <a:xfrm rot="5400000">
                <a:off x="4423320" y="5038200"/>
                <a:ext cx="228600" cy="228600"/>
              </a:xfrm>
              <a:custGeom>
                <a:avLst/>
                <a:gdLst>
                  <a:gd name="textAreaLeft" fmla="*/ 0 w 228600"/>
                  <a:gd name="textAreaRight" fmla="*/ 228960 w 228600"/>
                  <a:gd name="textAreaTop" fmla="*/ 0 h 228600"/>
                  <a:gd name="textAreaBottom" fmla="*/ 228960 h 22860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2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7" name="Google Shape;1214;p26"/>
              <p:cNvSpPr/>
              <p:nvPr/>
            </p:nvSpPr>
            <p:spPr>
              <a:xfrm rot="5400000">
                <a:off x="4469040" y="5090040"/>
                <a:ext cx="136440" cy="124560"/>
              </a:xfrm>
              <a:custGeom>
                <a:avLst/>
                <a:gdLst>
                  <a:gd name="textAreaLeft" fmla="*/ 0 w 136440"/>
                  <a:gd name="textAreaRight" fmla="*/ 136800 w 136440"/>
                  <a:gd name="textAreaTop" fmla="*/ 0 h 124560"/>
                  <a:gd name="textAreaBottom" fmla="*/ 124920 h 12456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2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86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869" name="Google Shape;1229;p27"/>
          <p:cNvGrpSpPr/>
          <p:nvPr/>
        </p:nvGrpSpPr>
        <p:grpSpPr>
          <a:xfrm>
            <a:off x="6102720" y="-1724760"/>
            <a:ext cx="4395240" cy="4161240"/>
            <a:chOff x="6102720" y="-1724760"/>
            <a:chExt cx="4395240" cy="4161240"/>
          </a:xfrm>
        </p:grpSpPr>
        <p:pic>
          <p:nvPicPr>
            <p:cNvPr id="870" name="Google Shape;1230;p27"/>
            <p:cNvPicPr/>
            <p:nvPr/>
          </p:nvPicPr>
          <p:blipFill>
            <a:blip r:embed="rId2"/>
            <a:srcRect l="16959" t="24713" r="7122" b="26173"/>
            <a:stretch/>
          </p:blipFill>
          <p:spPr>
            <a:xfrm>
              <a:off x="7437600" y="-672840"/>
              <a:ext cx="2441520" cy="1863360"/>
            </a:xfrm>
            <a:prstGeom prst="rect">
              <a:avLst/>
            </a:prstGeom>
            <a:noFill/>
            <a:ln w="0">
              <a:noFill/>
            </a:ln>
          </p:spPr>
        </p:pic>
        <p:grpSp>
          <p:nvGrpSpPr>
            <p:cNvPr id="871" name="Google Shape;1231;p27"/>
            <p:cNvGrpSpPr/>
            <p:nvPr/>
          </p:nvGrpSpPr>
          <p:grpSpPr>
            <a:xfrm>
              <a:off x="6576120" y="-1724760"/>
              <a:ext cx="3921840" cy="4161240"/>
              <a:chOff x="6576120" y="-1724760"/>
              <a:chExt cx="3921840" cy="4161240"/>
            </a:xfrm>
          </p:grpSpPr>
          <p:sp>
            <p:nvSpPr>
              <p:cNvPr id="872" name="Google Shape;1232;p27"/>
              <p:cNvSpPr/>
              <p:nvPr/>
            </p:nvSpPr>
            <p:spPr>
              <a:xfrm rot="8100000" flipV="1">
                <a:off x="7268040" y="-1267920"/>
                <a:ext cx="2538000" cy="3008520"/>
              </a:xfrm>
              <a:custGeom>
                <a:avLst/>
                <a:gdLst>
                  <a:gd name="textAreaLeft" fmla="*/ 0 w 2538000"/>
                  <a:gd name="textAreaRight" fmla="*/ 2538360 w 2538000"/>
                  <a:gd name="textAreaTop" fmla="*/ -360 h 3008520"/>
                  <a:gd name="textAreaBottom" fmla="*/ 3008520 h 30085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233;p27"/>
              <p:cNvSpPr/>
              <p:nvPr/>
            </p:nvSpPr>
            <p:spPr>
              <a:xfrm rot="8100000" flipV="1">
                <a:off x="7034760" y="-934200"/>
                <a:ext cx="1852560" cy="1936800"/>
              </a:xfrm>
              <a:custGeom>
                <a:avLst/>
                <a:gdLst>
                  <a:gd name="textAreaLeft" fmla="*/ 0 w 1852560"/>
                  <a:gd name="textAreaRight" fmla="*/ 1852920 w 1852560"/>
                  <a:gd name="textAreaTop" fmla="*/ 360 h 1936800"/>
                  <a:gd name="textAreaBottom" fmla="*/ 1937520 h 19368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4" name="Google Shape;1234;p27"/>
              <p:cNvSpPr/>
              <p:nvPr/>
            </p:nvSpPr>
            <p:spPr>
              <a:xfrm rot="8100000" flipV="1">
                <a:off x="7483680" y="-1037520"/>
                <a:ext cx="1997640" cy="3242880"/>
              </a:xfrm>
              <a:custGeom>
                <a:avLst/>
                <a:gdLst>
                  <a:gd name="textAreaLeft" fmla="*/ 0 w 1997640"/>
                  <a:gd name="textAreaRight" fmla="*/ 1998000 w 1997640"/>
                  <a:gd name="textAreaTop" fmla="*/ 360 h 3242880"/>
                  <a:gd name="textAreaBottom" fmla="*/ 3243600 h 3242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75" name="Google Shape;1235;p27"/>
            <p:cNvGrpSpPr/>
            <p:nvPr/>
          </p:nvGrpSpPr>
          <p:grpSpPr>
            <a:xfrm>
              <a:off x="6102720" y="-125280"/>
              <a:ext cx="803160" cy="493560"/>
              <a:chOff x="6102720" y="-125280"/>
              <a:chExt cx="803160" cy="493560"/>
            </a:xfrm>
          </p:grpSpPr>
          <p:sp>
            <p:nvSpPr>
              <p:cNvPr id="876" name="Google Shape;1236;p27"/>
              <p:cNvSpPr/>
              <p:nvPr/>
            </p:nvSpPr>
            <p:spPr>
              <a:xfrm>
                <a:off x="6102720" y="-76320"/>
                <a:ext cx="283680" cy="245520"/>
              </a:xfrm>
              <a:custGeom>
                <a:avLst/>
                <a:gdLst>
                  <a:gd name="textAreaLeft" fmla="*/ 0 w 283680"/>
                  <a:gd name="textAreaRight" fmla="*/ 284040 w 283680"/>
                  <a:gd name="textAreaTop" fmla="*/ 0 h 245520"/>
                  <a:gd name="textAreaBottom" fmla="*/ 245880 h 245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7" name="Google Shape;1237;p27"/>
              <p:cNvSpPr/>
              <p:nvPr/>
            </p:nvSpPr>
            <p:spPr>
              <a:xfrm>
                <a:off x="6335640" y="-125280"/>
                <a:ext cx="570240" cy="493560"/>
              </a:xfrm>
              <a:custGeom>
                <a:avLst/>
                <a:gdLst>
                  <a:gd name="textAreaLeft" fmla="*/ 0 w 570240"/>
                  <a:gd name="textAreaRight" fmla="*/ 570600 w 570240"/>
                  <a:gd name="textAreaTop" fmla="*/ 0 h 493560"/>
                  <a:gd name="textAreaBottom" fmla="*/ 493920 h 4935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78" name="Google Shape;1238;p27"/>
          <p:cNvGrpSpPr/>
          <p:nvPr/>
        </p:nvGrpSpPr>
        <p:grpSpPr>
          <a:xfrm>
            <a:off x="-1089000" y="4200480"/>
            <a:ext cx="5368320" cy="1863360"/>
            <a:chOff x="-1089000" y="4200480"/>
            <a:chExt cx="5368320" cy="1863360"/>
          </a:xfrm>
        </p:grpSpPr>
        <p:grpSp>
          <p:nvGrpSpPr>
            <p:cNvPr id="879" name="Google Shape;1239;p27"/>
            <p:cNvGrpSpPr/>
            <p:nvPr/>
          </p:nvGrpSpPr>
          <p:grpSpPr>
            <a:xfrm>
              <a:off x="-185040" y="4598280"/>
              <a:ext cx="904320" cy="725760"/>
              <a:chOff x="-185040" y="4598280"/>
              <a:chExt cx="904320" cy="725760"/>
            </a:xfrm>
          </p:grpSpPr>
          <p:sp>
            <p:nvSpPr>
              <p:cNvPr id="880" name="Google Shape;1240;p27"/>
              <p:cNvSpPr/>
              <p:nvPr/>
            </p:nvSpPr>
            <p:spPr>
              <a:xfrm>
                <a:off x="46440" y="474156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1" name="Google Shape;1241;p27"/>
              <p:cNvSpPr/>
              <p:nvPr/>
            </p:nvSpPr>
            <p:spPr>
              <a:xfrm>
                <a:off x="34200" y="459828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2" name="Google Shape;1242;p27"/>
              <p:cNvSpPr/>
              <p:nvPr/>
            </p:nvSpPr>
            <p:spPr>
              <a:xfrm>
                <a:off x="-185040" y="4741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883" name="Google Shape;1243;p27"/>
            <p:cNvPicPr/>
            <p:nvPr/>
          </p:nvPicPr>
          <p:blipFill>
            <a:blip r:embed="rId2"/>
            <a:srcRect l="16959" t="24713" r="7122" b="26173"/>
            <a:stretch/>
          </p:blipFill>
          <p:spPr>
            <a:xfrm>
              <a:off x="1837800" y="4200480"/>
              <a:ext cx="2441520" cy="1863360"/>
            </a:xfrm>
            <a:prstGeom prst="rect">
              <a:avLst/>
            </a:prstGeom>
            <a:noFill/>
            <a:ln w="0">
              <a:noFill/>
            </a:ln>
          </p:spPr>
        </p:pic>
        <p:grpSp>
          <p:nvGrpSpPr>
            <p:cNvPr id="884" name="Google Shape;1244;p27"/>
            <p:cNvGrpSpPr/>
            <p:nvPr/>
          </p:nvGrpSpPr>
          <p:grpSpPr>
            <a:xfrm>
              <a:off x="241560" y="4799880"/>
              <a:ext cx="596880" cy="322920"/>
              <a:chOff x="241560" y="4799880"/>
              <a:chExt cx="596880" cy="322920"/>
            </a:xfrm>
          </p:grpSpPr>
          <p:grpSp>
            <p:nvGrpSpPr>
              <p:cNvPr id="885" name="Google Shape;1245;p27"/>
              <p:cNvGrpSpPr/>
              <p:nvPr/>
            </p:nvGrpSpPr>
            <p:grpSpPr>
              <a:xfrm>
                <a:off x="415080" y="4973760"/>
                <a:ext cx="423360" cy="149040"/>
                <a:chOff x="415080" y="4973760"/>
                <a:chExt cx="423360" cy="149040"/>
              </a:xfrm>
            </p:grpSpPr>
            <p:sp>
              <p:nvSpPr>
                <p:cNvPr id="886" name="Google Shape;1246;p27"/>
                <p:cNvSpPr/>
                <p:nvPr/>
              </p:nvSpPr>
              <p:spPr>
                <a:xfrm rot="18900000">
                  <a:off x="436680" y="499536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7" name="Google Shape;1247;p27"/>
                <p:cNvSpPr/>
                <p:nvPr/>
              </p:nvSpPr>
              <p:spPr>
                <a:xfrm rot="18900000">
                  <a:off x="482400" y="499536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248;p27"/>
                <p:cNvSpPr/>
                <p:nvPr/>
              </p:nvSpPr>
              <p:spPr>
                <a:xfrm rot="18900000">
                  <a:off x="528120" y="499536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9" name="Google Shape;1249;p27"/>
                <p:cNvSpPr/>
                <p:nvPr/>
              </p:nvSpPr>
              <p:spPr>
                <a:xfrm rot="18900000">
                  <a:off x="573840" y="4995360"/>
                  <a:ext cx="105480" cy="105120"/>
                </a:xfrm>
                <a:custGeom>
                  <a:avLst/>
                  <a:gdLst>
                    <a:gd name="textAreaLeft" fmla="*/ 0 w 105480"/>
                    <a:gd name="textAreaRight" fmla="*/ 105840 w 105480"/>
                    <a:gd name="textAreaTop" fmla="*/ 0 h 105120"/>
                    <a:gd name="textAreaBottom" fmla="*/ 105480 h 105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560" bIns="52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0" name="Google Shape;1250;p27"/>
                <p:cNvSpPr/>
                <p:nvPr/>
              </p:nvSpPr>
              <p:spPr>
                <a:xfrm rot="18900000">
                  <a:off x="619560" y="499536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1" name="Google Shape;1251;p27"/>
                <p:cNvSpPr/>
                <p:nvPr/>
              </p:nvSpPr>
              <p:spPr>
                <a:xfrm rot="18900000">
                  <a:off x="665280" y="4995720"/>
                  <a:ext cx="105120" cy="105120"/>
                </a:xfrm>
                <a:custGeom>
                  <a:avLst/>
                  <a:gdLst>
                    <a:gd name="textAreaLeft" fmla="*/ 0 w 105120"/>
                    <a:gd name="textAreaRight" fmla="*/ 105480 w 105120"/>
                    <a:gd name="textAreaTop" fmla="*/ 0 h 105120"/>
                    <a:gd name="textAreaBottom" fmla="*/ 105480 h 105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560" bIns="52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2" name="Google Shape;1252;p27"/>
                <p:cNvSpPr/>
                <p:nvPr/>
              </p:nvSpPr>
              <p:spPr>
                <a:xfrm rot="18900000">
                  <a:off x="711000" y="499536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93" name="Google Shape;1253;p27"/>
              <p:cNvGrpSpPr/>
              <p:nvPr/>
            </p:nvGrpSpPr>
            <p:grpSpPr>
              <a:xfrm>
                <a:off x="241560" y="4799880"/>
                <a:ext cx="423000" cy="149400"/>
                <a:chOff x="241560" y="4799880"/>
                <a:chExt cx="423000" cy="149400"/>
              </a:xfrm>
            </p:grpSpPr>
            <p:sp>
              <p:nvSpPr>
                <p:cNvPr id="894" name="Google Shape;1254;p27"/>
                <p:cNvSpPr/>
                <p:nvPr/>
              </p:nvSpPr>
              <p:spPr>
                <a:xfrm rot="18900000">
                  <a:off x="263160" y="482148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5" name="Google Shape;1255;p27"/>
                <p:cNvSpPr/>
                <p:nvPr/>
              </p:nvSpPr>
              <p:spPr>
                <a:xfrm rot="18900000">
                  <a:off x="308520" y="482148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6" name="Google Shape;1256;p27"/>
                <p:cNvSpPr/>
                <p:nvPr/>
              </p:nvSpPr>
              <p:spPr>
                <a:xfrm rot="18900000">
                  <a:off x="354600" y="482148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7" name="Google Shape;1257;p27"/>
                <p:cNvSpPr/>
                <p:nvPr/>
              </p:nvSpPr>
              <p:spPr>
                <a:xfrm rot="18900000">
                  <a:off x="399960" y="4821840"/>
                  <a:ext cx="105480" cy="105120"/>
                </a:xfrm>
                <a:custGeom>
                  <a:avLst/>
                  <a:gdLst>
                    <a:gd name="textAreaLeft" fmla="*/ 0 w 105480"/>
                    <a:gd name="textAreaRight" fmla="*/ 105840 w 105480"/>
                    <a:gd name="textAreaTop" fmla="*/ 0 h 105120"/>
                    <a:gd name="textAreaBottom" fmla="*/ 105480 h 105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560" bIns="52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8" name="Google Shape;1258;p27"/>
                <p:cNvSpPr/>
                <p:nvPr/>
              </p:nvSpPr>
              <p:spPr>
                <a:xfrm rot="18900000">
                  <a:off x="446040" y="482184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9" name="Google Shape;1259;p27"/>
                <p:cNvSpPr/>
                <p:nvPr/>
              </p:nvSpPr>
              <p:spPr>
                <a:xfrm rot="18900000">
                  <a:off x="491760" y="4821840"/>
                  <a:ext cx="105120" cy="105120"/>
                </a:xfrm>
                <a:custGeom>
                  <a:avLst/>
                  <a:gdLst>
                    <a:gd name="textAreaLeft" fmla="*/ 0 w 105120"/>
                    <a:gd name="textAreaRight" fmla="*/ 105480 w 105120"/>
                    <a:gd name="textAreaTop" fmla="*/ 0 h 105120"/>
                    <a:gd name="textAreaBottom" fmla="*/ 105480 h 105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560" bIns="52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0" name="Google Shape;1260;p27"/>
                <p:cNvSpPr/>
                <p:nvPr/>
              </p:nvSpPr>
              <p:spPr>
                <a:xfrm rot="18900000">
                  <a:off x="537120" y="4821840"/>
                  <a:ext cx="105480" cy="105480"/>
                </a:xfrm>
                <a:custGeom>
                  <a:avLst/>
                  <a:gdLst>
                    <a:gd name="textAreaLeft" fmla="*/ 0 w 105480"/>
                    <a:gd name="textAreaRight" fmla="*/ 105840 w 105480"/>
                    <a:gd name="textAreaTop" fmla="*/ 0 h 105480"/>
                    <a:gd name="textAreaBottom" fmla="*/ 105840 h 105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01" name="Google Shape;1261;p27"/>
            <p:cNvGrpSpPr/>
            <p:nvPr/>
          </p:nvGrpSpPr>
          <p:grpSpPr>
            <a:xfrm>
              <a:off x="-1089000" y="4894200"/>
              <a:ext cx="4558680" cy="133920"/>
              <a:chOff x="-1089000" y="4894200"/>
              <a:chExt cx="4558680" cy="133920"/>
            </a:xfrm>
          </p:grpSpPr>
          <p:sp>
            <p:nvSpPr>
              <p:cNvPr id="902" name="Google Shape;1262;p27"/>
              <p:cNvSpPr/>
              <p:nvPr/>
            </p:nvSpPr>
            <p:spPr>
              <a:xfrm>
                <a:off x="3335760" y="48942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903" name="Google Shape;1263;p27"/>
              <p:cNvCxnSpPr/>
              <p:nvPr/>
            </p:nvCxnSpPr>
            <p:spPr>
              <a:xfrm>
                <a:off x="-1089000" y="4961160"/>
                <a:ext cx="4462920" cy="360"/>
              </a:xfrm>
              <a:prstGeom prst="straightConnector1">
                <a:avLst/>
              </a:prstGeom>
              <a:ln w="9525">
                <a:solidFill>
                  <a:srgbClr val="0C0A9E"/>
                </a:solidFill>
                <a:round/>
              </a:ln>
            </p:spPr>
          </p:cxnSp>
          <p:sp>
            <p:nvSpPr>
              <p:cNvPr id="904" name="Google Shape;1264;p27"/>
              <p:cNvSpPr/>
              <p:nvPr/>
            </p:nvSpPr>
            <p:spPr>
              <a:xfrm>
                <a:off x="3366000" y="492444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905" name="PlaceHolder 1"/>
          <p:cNvSpPr>
            <a:spLocks noGrp="1"/>
          </p:cNvSpPr>
          <p:nvPr>
            <p:ph type="title"/>
          </p:nvPr>
        </p:nvSpPr>
        <p:spPr>
          <a:xfrm>
            <a:off x="2358360" y="664920"/>
            <a:ext cx="4696560" cy="768600"/>
          </a:xfrm>
          <a:prstGeom prst="rect">
            <a:avLst/>
          </a:prstGeom>
          <a:noFill/>
          <a:ln w="0">
            <a:noFill/>
          </a:ln>
        </p:spPr>
        <p:txBody>
          <a:bodyPr lIns="91440" tIns="91440" rIns="91440" bIns="91440" anchor="b">
            <a:noAutofit/>
          </a:bodyPr>
          <a:lstStyle/>
          <a:p>
            <a:pPr indent="0">
              <a:lnSpc>
                <a:spcPct val="100000"/>
              </a:lnSpc>
              <a:buNone/>
            </a:pPr>
            <a:r>
              <a:rPr lang="fr-FR" sz="4200" b="1" u="none" strike="noStrike">
                <a:solidFill>
                  <a:schemeClr val="dk2"/>
                </a:solidFill>
                <a:effectLst/>
                <a:uFillTx/>
                <a:latin typeface="Poppins"/>
                <a:ea typeface="Poppins"/>
              </a:rPr>
              <a:t>xx%</a:t>
            </a:r>
            <a:endParaRPr lang="fr-FR" sz="4200" b="0" u="none" strike="noStrike">
              <a:solidFill>
                <a:schemeClr val="dk1"/>
              </a:solidFill>
              <a:effectLst/>
              <a:uFillTx/>
              <a:latin typeface="Arial"/>
            </a:endParaRPr>
          </a:p>
        </p:txBody>
      </p:sp>
      <p:sp>
        <p:nvSpPr>
          <p:cNvPr id="906" name="PlaceHolder 2"/>
          <p:cNvSpPr>
            <a:spLocks noGrp="1"/>
          </p:cNvSpPr>
          <p:nvPr>
            <p:ph type="title"/>
          </p:nvPr>
        </p:nvSpPr>
        <p:spPr>
          <a:xfrm>
            <a:off x="2358360" y="2027160"/>
            <a:ext cx="4696560" cy="768600"/>
          </a:xfrm>
          <a:prstGeom prst="rect">
            <a:avLst/>
          </a:prstGeom>
          <a:noFill/>
          <a:ln w="0">
            <a:noFill/>
          </a:ln>
        </p:spPr>
        <p:txBody>
          <a:bodyPr lIns="91440" tIns="91440" rIns="91440" bIns="91440" anchor="b">
            <a:noAutofit/>
          </a:bodyPr>
          <a:lstStyle/>
          <a:p>
            <a:pPr indent="0">
              <a:lnSpc>
                <a:spcPct val="100000"/>
              </a:lnSpc>
              <a:buNone/>
            </a:pPr>
            <a:r>
              <a:rPr lang="fr-FR" sz="4200" b="1" u="none" strike="noStrike">
                <a:solidFill>
                  <a:schemeClr val="dk2"/>
                </a:solidFill>
                <a:effectLst/>
                <a:uFillTx/>
                <a:latin typeface="Poppins"/>
                <a:ea typeface="Poppins"/>
              </a:rPr>
              <a:t>xx%</a:t>
            </a:r>
            <a:endParaRPr lang="fr-FR" sz="4200" b="0" u="none" strike="noStrike">
              <a:solidFill>
                <a:schemeClr val="dk1"/>
              </a:solidFill>
              <a:effectLst/>
              <a:uFillTx/>
              <a:latin typeface="Arial"/>
            </a:endParaRPr>
          </a:p>
        </p:txBody>
      </p:sp>
      <p:sp>
        <p:nvSpPr>
          <p:cNvPr id="907" name="PlaceHolder 3"/>
          <p:cNvSpPr>
            <a:spLocks noGrp="1"/>
          </p:cNvSpPr>
          <p:nvPr>
            <p:ph type="title"/>
          </p:nvPr>
        </p:nvSpPr>
        <p:spPr>
          <a:xfrm>
            <a:off x="2358360" y="3390480"/>
            <a:ext cx="4696560" cy="768600"/>
          </a:xfrm>
          <a:prstGeom prst="rect">
            <a:avLst/>
          </a:prstGeom>
          <a:noFill/>
          <a:ln w="0">
            <a:noFill/>
          </a:ln>
        </p:spPr>
        <p:txBody>
          <a:bodyPr lIns="91440" tIns="91440" rIns="91440" bIns="91440" anchor="b">
            <a:noAutofit/>
          </a:bodyPr>
          <a:lstStyle/>
          <a:p>
            <a:pPr indent="0">
              <a:lnSpc>
                <a:spcPct val="100000"/>
              </a:lnSpc>
              <a:buNone/>
            </a:pPr>
            <a:r>
              <a:rPr lang="fr-FR" sz="4200" b="1" u="none" strike="noStrike">
                <a:solidFill>
                  <a:schemeClr val="dk2"/>
                </a:solidFill>
                <a:effectLst/>
                <a:uFillTx/>
                <a:latin typeface="Poppins"/>
                <a:ea typeface="Poppins"/>
              </a:rPr>
              <a:t>xx%</a:t>
            </a:r>
            <a:endParaRPr lang="fr-FR" sz="4200" b="0" u="none" strike="noStrike">
              <a:solidFill>
                <a:schemeClr val="dk1"/>
              </a:solidFill>
              <a:effectLst/>
              <a:uFillTx/>
              <a:latin typeface="Arial"/>
            </a:endParaRPr>
          </a:p>
        </p:txBody>
      </p:sp>
      <p:sp>
        <p:nvSpPr>
          <p:cNvPr id="908" name="Google Shape;1272;p28"/>
          <p:cNvSpPr/>
          <p:nvPr/>
        </p:nvSpPr>
        <p:spPr>
          <a:xfrm>
            <a:off x="6751080" y="2645640"/>
            <a:ext cx="2924640" cy="2945160"/>
          </a:xfrm>
          <a:prstGeom prst="ellipse">
            <a:avLst/>
          </a:pr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09" name="Google Shape;1273;p28"/>
          <p:cNvGrpSpPr/>
          <p:nvPr/>
        </p:nvGrpSpPr>
        <p:grpSpPr>
          <a:xfrm>
            <a:off x="8360280" y="-226080"/>
            <a:ext cx="438840" cy="438840"/>
            <a:chOff x="8360280" y="-226080"/>
            <a:chExt cx="438840" cy="438840"/>
          </a:xfrm>
        </p:grpSpPr>
        <p:sp>
          <p:nvSpPr>
            <p:cNvPr id="910" name="Google Shape;1274;p28"/>
            <p:cNvSpPr/>
            <p:nvPr/>
          </p:nvSpPr>
          <p:spPr>
            <a:xfrm rot="5400000">
              <a:off x="8360280" y="-2260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40000">
                  <a:srgbClr val="FF9900">
                    <a:alpha val="41000"/>
                  </a:srgbClr>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1" name="Google Shape;1275;p28"/>
            <p:cNvSpPr/>
            <p:nvPr/>
          </p:nvSpPr>
          <p:spPr>
            <a:xfrm rot="5400000">
              <a:off x="8448120" y="-1263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40000">
                  <a:srgbClr val="FF9900">
                    <a:alpha val="41000"/>
                  </a:srgbClr>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12" name="Google Shape;1276;p28"/>
          <p:cNvGrpSpPr/>
          <p:nvPr/>
        </p:nvGrpSpPr>
        <p:grpSpPr>
          <a:xfrm>
            <a:off x="-903240" y="4838040"/>
            <a:ext cx="4558680" cy="133920"/>
            <a:chOff x="-903240" y="4838040"/>
            <a:chExt cx="4558680" cy="133920"/>
          </a:xfrm>
        </p:grpSpPr>
        <p:sp>
          <p:nvSpPr>
            <p:cNvPr id="913" name="Google Shape;1277;p28"/>
            <p:cNvSpPr/>
            <p:nvPr/>
          </p:nvSpPr>
          <p:spPr>
            <a:xfrm>
              <a:off x="3521520" y="48380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914" name="Google Shape;1278;p28"/>
            <p:cNvCxnSpPr/>
            <p:nvPr/>
          </p:nvCxnSpPr>
          <p:spPr>
            <a:xfrm>
              <a:off x="-903240" y="4905000"/>
              <a:ext cx="4462920" cy="360"/>
            </a:xfrm>
            <a:prstGeom prst="straightConnector1">
              <a:avLst/>
            </a:prstGeom>
            <a:ln w="9525">
              <a:solidFill>
                <a:srgbClr val="0C0A9E"/>
              </a:solidFill>
              <a:round/>
            </a:ln>
          </p:spPr>
        </p:cxnSp>
        <p:sp>
          <p:nvSpPr>
            <p:cNvPr id="915" name="Google Shape;1279;p28"/>
            <p:cNvSpPr/>
            <p:nvPr/>
          </p:nvSpPr>
          <p:spPr>
            <a:xfrm>
              <a:off x="3551760" y="48682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03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032" name="PlaceHolder 2"/>
          <p:cNvSpPr>
            <a:spLocks noGrp="1"/>
          </p:cNvSpPr>
          <p:nvPr>
            <p:ph type="body"/>
          </p:nvPr>
        </p:nvSpPr>
        <p:spPr>
          <a:xfrm>
            <a:off x="720000" y="1139400"/>
            <a:ext cx="7703640" cy="411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1033" name="Google Shape;143;p4"/>
          <p:cNvGrpSpPr/>
          <p:nvPr/>
        </p:nvGrpSpPr>
        <p:grpSpPr>
          <a:xfrm>
            <a:off x="7365240" y="-1147680"/>
            <a:ext cx="3732840" cy="6536520"/>
            <a:chOff x="7365240" y="-1147680"/>
            <a:chExt cx="3732840" cy="6536520"/>
          </a:xfrm>
        </p:grpSpPr>
        <p:pic>
          <p:nvPicPr>
            <p:cNvPr id="1034" name="Google Shape;144;p4"/>
            <p:cNvPicPr/>
            <p:nvPr/>
          </p:nvPicPr>
          <p:blipFill>
            <a:blip r:embed="rId2"/>
            <a:srcRect l="16959" t="24713" r="7122" b="26173"/>
            <a:stretch/>
          </p:blipFill>
          <p:spPr>
            <a:xfrm>
              <a:off x="7365240" y="-1147680"/>
              <a:ext cx="3732840" cy="2848680"/>
            </a:xfrm>
            <a:prstGeom prst="rect">
              <a:avLst/>
            </a:prstGeom>
            <a:noFill/>
            <a:ln w="0">
              <a:noFill/>
            </a:ln>
          </p:spPr>
        </p:pic>
        <p:grpSp>
          <p:nvGrpSpPr>
            <p:cNvPr id="1035" name="Google Shape;145;p4"/>
            <p:cNvGrpSpPr/>
            <p:nvPr/>
          </p:nvGrpSpPr>
          <p:grpSpPr>
            <a:xfrm>
              <a:off x="7544880" y="540000"/>
              <a:ext cx="1518120" cy="3030120"/>
              <a:chOff x="7544880" y="540000"/>
              <a:chExt cx="1518120" cy="3030120"/>
            </a:xfrm>
          </p:grpSpPr>
          <p:sp>
            <p:nvSpPr>
              <p:cNvPr id="1036" name="Google Shape;146;p4"/>
              <p:cNvSpPr/>
              <p:nvPr/>
            </p:nvSpPr>
            <p:spPr>
              <a:xfrm rot="10800000">
                <a:off x="7642440" y="73728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7" name="Google Shape;147;p4"/>
              <p:cNvSpPr/>
              <p:nvPr/>
            </p:nvSpPr>
            <p:spPr>
              <a:xfrm rot="10800000">
                <a:off x="7544880" y="54000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38" name="Google Shape;148;p4"/>
            <p:cNvSpPr/>
            <p:nvPr/>
          </p:nvSpPr>
          <p:spPr>
            <a:xfrm rot="5400000">
              <a:off x="8250840" y="-87696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9" name="Google Shape;149;p4"/>
            <p:cNvGrpSpPr/>
            <p:nvPr/>
          </p:nvGrpSpPr>
          <p:grpSpPr>
            <a:xfrm>
              <a:off x="7893360" y="270000"/>
              <a:ext cx="3152880" cy="5118840"/>
              <a:chOff x="7893360" y="270000"/>
              <a:chExt cx="3152880" cy="5118840"/>
            </a:xfrm>
          </p:grpSpPr>
          <p:sp>
            <p:nvSpPr>
              <p:cNvPr id="1040" name="Google Shape;150;p4"/>
              <p:cNvSpPr/>
              <p:nvPr/>
            </p:nvSpPr>
            <p:spPr>
              <a:xfrm>
                <a:off x="7893360" y="2700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41" name="Google Shape;151;p4"/>
              <p:cNvGrpSpPr/>
              <p:nvPr/>
            </p:nvGrpSpPr>
            <p:grpSpPr>
              <a:xfrm>
                <a:off x="8345160" y="4736520"/>
                <a:ext cx="133560" cy="133560"/>
                <a:chOff x="8345160" y="4736520"/>
                <a:chExt cx="133560" cy="133560"/>
              </a:xfrm>
            </p:grpSpPr>
            <p:sp>
              <p:nvSpPr>
                <p:cNvPr id="1042" name="Google Shape;152;p4"/>
                <p:cNvSpPr/>
                <p:nvPr/>
              </p:nvSpPr>
              <p:spPr>
                <a:xfrm>
                  <a:off x="8345160" y="47365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153;p4"/>
                <p:cNvSpPr/>
                <p:nvPr/>
              </p:nvSpPr>
              <p:spPr>
                <a:xfrm>
                  <a:off x="8364240" y="475524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44" name="Google Shape;154;p4"/>
              <p:cNvGrpSpPr/>
              <p:nvPr/>
            </p:nvGrpSpPr>
            <p:grpSpPr>
              <a:xfrm>
                <a:off x="8940600" y="3794760"/>
                <a:ext cx="133560" cy="133560"/>
                <a:chOff x="8940600" y="3794760"/>
                <a:chExt cx="133560" cy="133560"/>
              </a:xfrm>
            </p:grpSpPr>
            <p:sp>
              <p:nvSpPr>
                <p:cNvPr id="1045" name="Google Shape;155;p4"/>
                <p:cNvSpPr/>
                <p:nvPr/>
              </p:nvSpPr>
              <p:spPr>
                <a:xfrm>
                  <a:off x="8940600" y="379476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156;p4"/>
                <p:cNvSpPr/>
                <p:nvPr/>
              </p:nvSpPr>
              <p:spPr>
                <a:xfrm>
                  <a:off x="8959680" y="38134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47" name="Google Shape;157;p4"/>
              <p:cNvGrpSpPr/>
              <p:nvPr/>
            </p:nvGrpSpPr>
            <p:grpSpPr>
              <a:xfrm>
                <a:off x="8806680" y="2424600"/>
                <a:ext cx="133560" cy="133560"/>
                <a:chOff x="8806680" y="2424600"/>
                <a:chExt cx="133560" cy="133560"/>
              </a:xfrm>
            </p:grpSpPr>
            <p:sp>
              <p:nvSpPr>
                <p:cNvPr id="1048" name="Google Shape;158;p4"/>
                <p:cNvSpPr/>
                <p:nvPr/>
              </p:nvSpPr>
              <p:spPr>
                <a:xfrm>
                  <a:off x="8806680" y="24246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9" name="Google Shape;159;p4"/>
                <p:cNvSpPr/>
                <p:nvPr/>
              </p:nvSpPr>
              <p:spPr>
                <a:xfrm>
                  <a:off x="8825400" y="24436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050" name="Google Shape;160;p4"/>
          <p:cNvGrpSpPr/>
          <p:nvPr/>
        </p:nvGrpSpPr>
        <p:grpSpPr>
          <a:xfrm>
            <a:off x="-575640" y="3774240"/>
            <a:ext cx="1954800" cy="2072160"/>
            <a:chOff x="-575640" y="3774240"/>
            <a:chExt cx="1954800" cy="2072160"/>
          </a:xfrm>
        </p:grpSpPr>
        <p:sp>
          <p:nvSpPr>
            <p:cNvPr id="1051" name="Google Shape;161;p4"/>
            <p:cNvSpPr/>
            <p:nvPr/>
          </p:nvSpPr>
          <p:spPr>
            <a:xfrm rot="8271000">
              <a:off x="275400" y="3614760"/>
              <a:ext cx="396360" cy="2260080"/>
            </a:xfrm>
            <a:custGeom>
              <a:avLst/>
              <a:gdLst>
                <a:gd name="textAreaLeft" fmla="*/ 0 w 396360"/>
                <a:gd name="textAreaRight" fmla="*/ 396720 w 396360"/>
                <a:gd name="textAreaTop" fmla="*/ 0 h 2260080"/>
                <a:gd name="textAreaBottom" fmla="*/ 2260440 h 226008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2" name="Google Shape;162;p4"/>
            <p:cNvSpPr/>
            <p:nvPr/>
          </p:nvSpPr>
          <p:spPr>
            <a:xfrm rot="8271000">
              <a:off x="131040" y="3745440"/>
              <a:ext cx="396360" cy="2260080"/>
            </a:xfrm>
            <a:custGeom>
              <a:avLst/>
              <a:gdLst>
                <a:gd name="textAreaLeft" fmla="*/ 0 w 396360"/>
                <a:gd name="textAreaRight" fmla="*/ 396720 w 396360"/>
                <a:gd name="textAreaTop" fmla="*/ 0 h 2260080"/>
                <a:gd name="textAreaBottom" fmla="*/ 2260440 h 226008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53" name="Google Shape;163;p4"/>
          <p:cNvGrpSpPr/>
          <p:nvPr/>
        </p:nvGrpSpPr>
        <p:grpSpPr>
          <a:xfrm>
            <a:off x="-519840" y="-573120"/>
            <a:ext cx="1501560" cy="2806920"/>
            <a:chOff x="-519840" y="-573120"/>
            <a:chExt cx="1501560" cy="2806920"/>
          </a:xfrm>
        </p:grpSpPr>
        <p:grpSp>
          <p:nvGrpSpPr>
            <p:cNvPr id="1054" name="Google Shape;164;p4"/>
            <p:cNvGrpSpPr/>
            <p:nvPr/>
          </p:nvGrpSpPr>
          <p:grpSpPr>
            <a:xfrm>
              <a:off x="-343440" y="1508040"/>
              <a:ext cx="904320" cy="725760"/>
              <a:chOff x="-343440" y="1508040"/>
              <a:chExt cx="904320" cy="725760"/>
            </a:xfrm>
          </p:grpSpPr>
          <p:sp>
            <p:nvSpPr>
              <p:cNvPr id="1055" name="Google Shape;165;p4"/>
              <p:cNvSpPr/>
              <p:nvPr/>
            </p:nvSpPr>
            <p:spPr>
              <a:xfrm rot="10800000">
                <a:off x="-343440" y="150804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6" name="Google Shape;166;p4"/>
              <p:cNvSpPr/>
              <p:nvPr/>
            </p:nvSpPr>
            <p:spPr>
              <a:xfrm rot="10800000">
                <a:off x="-138960" y="18176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7" name="Google Shape;167;p4"/>
              <p:cNvSpPr/>
              <p:nvPr/>
            </p:nvSpPr>
            <p:spPr>
              <a:xfrm rot="10800000">
                <a:off x="80280" y="16743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58" name="Google Shape;168;p4"/>
            <p:cNvSpPr/>
            <p:nvPr/>
          </p:nvSpPr>
          <p:spPr>
            <a:xfrm>
              <a:off x="360" y="-57240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9" name="Google Shape;169;p4"/>
            <p:cNvSpPr/>
            <p:nvPr/>
          </p:nvSpPr>
          <p:spPr>
            <a:xfrm>
              <a:off x="-159120" y="-573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60" name="Google Shape;170;p4"/>
            <p:cNvGrpSpPr/>
            <p:nvPr/>
          </p:nvGrpSpPr>
          <p:grpSpPr>
            <a:xfrm>
              <a:off x="-519840" y="-466920"/>
              <a:ext cx="699480" cy="1650960"/>
              <a:chOff x="-519840" y="-466920"/>
              <a:chExt cx="699480" cy="1650960"/>
            </a:xfrm>
          </p:grpSpPr>
          <p:sp>
            <p:nvSpPr>
              <p:cNvPr id="1061" name="Google Shape;171;p4"/>
              <p:cNvSpPr/>
              <p:nvPr/>
            </p:nvSpPr>
            <p:spPr>
              <a:xfrm rot="10800000">
                <a:off x="-302760" y="17064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2" name="Google Shape;172;p4"/>
              <p:cNvSpPr/>
              <p:nvPr/>
            </p:nvSpPr>
            <p:spPr>
              <a:xfrm rot="10800000">
                <a:off x="-426960" y="-46692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3" name="Google Shape;173;p4"/>
              <p:cNvSpPr/>
              <p:nvPr/>
            </p:nvSpPr>
            <p:spPr>
              <a:xfrm rot="10800000">
                <a:off x="-519480" y="-37368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dk2"/>
        </a:solidFill>
        <a:effectLst/>
      </p:bgPr>
    </p:bg>
    <p:spTree>
      <p:nvGrpSpPr>
        <p:cNvPr id="1" name=""/>
        <p:cNvGrpSpPr/>
        <p:nvPr/>
      </p:nvGrpSpPr>
      <p:grpSpPr>
        <a:xfrm>
          <a:off x="0" y="0"/>
          <a:ext cx="0" cy="0"/>
          <a:chOff x="0" y="0"/>
          <a:chExt cx="0" cy="0"/>
        </a:xfrm>
      </p:grpSpPr>
      <p:grpSp>
        <p:nvGrpSpPr>
          <p:cNvPr id="1064" name="Google Shape;1378;p31"/>
          <p:cNvGrpSpPr/>
          <p:nvPr/>
        </p:nvGrpSpPr>
        <p:grpSpPr>
          <a:xfrm>
            <a:off x="8332920" y="720"/>
            <a:ext cx="2385720" cy="3292560"/>
            <a:chOff x="8332920" y="720"/>
            <a:chExt cx="2385720" cy="3292560"/>
          </a:xfrm>
        </p:grpSpPr>
        <p:pic>
          <p:nvPicPr>
            <p:cNvPr id="1065" name="Google Shape;1379;p31"/>
            <p:cNvPicPr/>
            <p:nvPr/>
          </p:nvPicPr>
          <p:blipFill>
            <a:blip r:embed="rId2"/>
            <a:srcRect l="16959" t="24713" r="7122" b="26173"/>
            <a:stretch/>
          </p:blipFill>
          <p:spPr>
            <a:xfrm rot="5400000">
              <a:off x="7962840" y="537120"/>
              <a:ext cx="3125880" cy="2385720"/>
            </a:xfrm>
            <a:prstGeom prst="rect">
              <a:avLst/>
            </a:prstGeom>
            <a:noFill/>
            <a:ln w="0">
              <a:noFill/>
            </a:ln>
          </p:spPr>
        </p:pic>
        <p:grpSp>
          <p:nvGrpSpPr>
            <p:cNvPr id="1066" name="Google Shape;1380;p31"/>
            <p:cNvGrpSpPr/>
            <p:nvPr/>
          </p:nvGrpSpPr>
          <p:grpSpPr>
            <a:xfrm>
              <a:off x="8529120" y="720"/>
              <a:ext cx="324360" cy="1787400"/>
              <a:chOff x="8529120" y="720"/>
              <a:chExt cx="324360" cy="1787400"/>
            </a:xfrm>
          </p:grpSpPr>
          <p:sp>
            <p:nvSpPr>
              <p:cNvPr id="1067" name="Google Shape;1381;p31"/>
              <p:cNvSpPr/>
              <p:nvPr/>
            </p:nvSpPr>
            <p:spPr>
              <a:xfrm>
                <a:off x="8606880" y="853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68" name="Google Shape;1382;p31"/>
              <p:cNvGrpSpPr/>
              <p:nvPr/>
            </p:nvGrpSpPr>
            <p:grpSpPr>
              <a:xfrm>
                <a:off x="8529120" y="720"/>
                <a:ext cx="182160" cy="182520"/>
                <a:chOff x="8529120" y="720"/>
                <a:chExt cx="182160" cy="182520"/>
              </a:xfrm>
            </p:grpSpPr>
            <p:sp>
              <p:nvSpPr>
                <p:cNvPr id="1069" name="Google Shape;1383;p31"/>
                <p:cNvSpPr/>
                <p:nvPr/>
              </p:nvSpPr>
              <p:spPr>
                <a:xfrm rot="12600000">
                  <a:off x="8553240" y="252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40000">
                      <a:srgbClr val="FF9900">
                        <a:alpha val="41000"/>
                      </a:srgbClr>
                    </a:gs>
                    <a:gs pos="100000">
                      <a:srgbClr val="FFFFFF">
                        <a:alpha val="0"/>
                      </a:srgbClr>
                    </a:gs>
                  </a:gsLst>
                  <a:lin ang="2694000"/>
                </a:gradFill>
                <a:ln w="9525">
                  <a:solidFill>
                    <a:srgbClr val="F5F8FF"/>
                  </a:solidFill>
                  <a:round/>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0" name="Google Shape;1384;p31"/>
                <p:cNvSpPr/>
                <p:nvPr/>
              </p:nvSpPr>
              <p:spPr>
                <a:xfrm rot="12600000">
                  <a:off x="8580240" y="554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071" name="Google Shape;1385;p31"/>
          <p:cNvGrpSpPr/>
          <p:nvPr/>
        </p:nvGrpSpPr>
        <p:grpSpPr>
          <a:xfrm>
            <a:off x="-213480" y="171360"/>
            <a:ext cx="438840" cy="438840"/>
            <a:chOff x="-213480" y="171360"/>
            <a:chExt cx="438840" cy="438840"/>
          </a:xfrm>
        </p:grpSpPr>
        <p:sp>
          <p:nvSpPr>
            <p:cNvPr id="1072" name="Google Shape;1386;p31"/>
            <p:cNvSpPr/>
            <p:nvPr/>
          </p:nvSpPr>
          <p:spPr>
            <a:xfrm>
              <a:off x="-213480" y="17136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3" name="Google Shape;1387;p31"/>
            <p:cNvSpPr/>
            <p:nvPr/>
          </p:nvSpPr>
          <p:spPr>
            <a:xfrm>
              <a:off x="-125280" y="27108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74" name="Google Shape;1388;p31"/>
          <p:cNvGrpSpPr/>
          <p:nvPr/>
        </p:nvGrpSpPr>
        <p:grpSpPr>
          <a:xfrm>
            <a:off x="-1262520" y="3161160"/>
            <a:ext cx="4821840" cy="2934000"/>
            <a:chOff x="-1262520" y="3161160"/>
            <a:chExt cx="4821840" cy="2934000"/>
          </a:xfrm>
        </p:grpSpPr>
        <p:pic>
          <p:nvPicPr>
            <p:cNvPr id="1075" name="Google Shape;1389;p31"/>
            <p:cNvPicPr/>
            <p:nvPr/>
          </p:nvPicPr>
          <p:blipFill>
            <a:blip r:embed="rId2"/>
            <a:srcRect l="16959" t="24713" r="7122" b="26173"/>
            <a:stretch/>
          </p:blipFill>
          <p:spPr>
            <a:xfrm rot="5400000">
              <a:off x="-1609920" y="3508560"/>
              <a:ext cx="2934000" cy="2239200"/>
            </a:xfrm>
            <a:prstGeom prst="rect">
              <a:avLst/>
            </a:prstGeom>
            <a:noFill/>
            <a:ln w="0">
              <a:noFill/>
            </a:ln>
          </p:spPr>
        </p:pic>
        <p:sp>
          <p:nvSpPr>
            <p:cNvPr id="1076" name="Google Shape;1390;p31"/>
            <p:cNvSpPr/>
            <p:nvPr/>
          </p:nvSpPr>
          <p:spPr>
            <a:xfrm rot="16200000">
              <a:off x="-260280" y="359676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77" name="Google Shape;1391;p31"/>
            <p:cNvGrpSpPr/>
            <p:nvPr/>
          </p:nvGrpSpPr>
          <p:grpSpPr>
            <a:xfrm>
              <a:off x="-16920" y="4609080"/>
              <a:ext cx="604080" cy="656640"/>
              <a:chOff x="-16920" y="4609080"/>
              <a:chExt cx="604080" cy="656640"/>
            </a:xfrm>
          </p:grpSpPr>
          <p:grpSp>
            <p:nvGrpSpPr>
              <p:cNvPr id="1078" name="Google Shape;1392;p31"/>
              <p:cNvGrpSpPr/>
              <p:nvPr/>
            </p:nvGrpSpPr>
            <p:grpSpPr>
              <a:xfrm>
                <a:off x="-16920" y="4609080"/>
                <a:ext cx="327960" cy="327960"/>
                <a:chOff x="-16920" y="4609080"/>
                <a:chExt cx="327960" cy="327960"/>
              </a:xfrm>
            </p:grpSpPr>
            <p:sp>
              <p:nvSpPr>
                <p:cNvPr id="1079" name="Google Shape;1393;p31"/>
                <p:cNvSpPr/>
                <p:nvPr/>
              </p:nvSpPr>
              <p:spPr>
                <a:xfrm rot="10800000">
                  <a:off x="19548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0" name="Google Shape;1394;p31"/>
                <p:cNvSpPr/>
                <p:nvPr/>
              </p:nvSpPr>
              <p:spPr>
                <a:xfrm rot="10800000">
                  <a:off x="16020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1" name="Google Shape;1395;p31"/>
                <p:cNvSpPr/>
                <p:nvPr/>
              </p:nvSpPr>
              <p:spPr>
                <a:xfrm rot="10800000">
                  <a:off x="12456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2" name="Google Shape;1396;p31"/>
                <p:cNvSpPr/>
                <p:nvPr/>
              </p:nvSpPr>
              <p:spPr>
                <a:xfrm rot="10800000">
                  <a:off x="8928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3" name="Google Shape;1397;p31"/>
                <p:cNvSpPr/>
                <p:nvPr/>
              </p:nvSpPr>
              <p:spPr>
                <a:xfrm rot="10800000">
                  <a:off x="5400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4" name="Google Shape;1398;p31"/>
                <p:cNvSpPr/>
                <p:nvPr/>
              </p:nvSpPr>
              <p:spPr>
                <a:xfrm rot="10800000">
                  <a:off x="1836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5" name="Google Shape;1399;p31"/>
                <p:cNvSpPr/>
                <p:nvPr/>
              </p:nvSpPr>
              <p:spPr>
                <a:xfrm rot="10800000">
                  <a:off x="-1692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86" name="Google Shape;1400;p31"/>
              <p:cNvGrpSpPr/>
              <p:nvPr/>
            </p:nvGrpSpPr>
            <p:grpSpPr>
              <a:xfrm>
                <a:off x="258840" y="4609080"/>
                <a:ext cx="328320" cy="327960"/>
                <a:chOff x="258840" y="4609080"/>
                <a:chExt cx="328320" cy="327960"/>
              </a:xfrm>
            </p:grpSpPr>
            <p:sp>
              <p:nvSpPr>
                <p:cNvPr id="1087" name="Google Shape;1401;p31"/>
                <p:cNvSpPr/>
                <p:nvPr/>
              </p:nvSpPr>
              <p:spPr>
                <a:xfrm rot="10800000">
                  <a:off x="47160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8" name="Google Shape;1402;p31"/>
                <p:cNvSpPr/>
                <p:nvPr/>
              </p:nvSpPr>
              <p:spPr>
                <a:xfrm rot="10800000">
                  <a:off x="43632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9" name="Google Shape;1403;p31"/>
                <p:cNvSpPr/>
                <p:nvPr/>
              </p:nvSpPr>
              <p:spPr>
                <a:xfrm rot="10800000">
                  <a:off x="40068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0" name="Google Shape;1404;p31"/>
                <p:cNvSpPr/>
                <p:nvPr/>
              </p:nvSpPr>
              <p:spPr>
                <a:xfrm rot="10800000">
                  <a:off x="36540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1" name="Google Shape;1405;p31"/>
                <p:cNvSpPr/>
                <p:nvPr/>
              </p:nvSpPr>
              <p:spPr>
                <a:xfrm rot="10800000">
                  <a:off x="32976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2" name="Google Shape;1406;p31"/>
                <p:cNvSpPr/>
                <p:nvPr/>
              </p:nvSpPr>
              <p:spPr>
                <a:xfrm rot="10800000">
                  <a:off x="29448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3" name="Google Shape;1407;p31"/>
                <p:cNvSpPr/>
                <p:nvPr/>
              </p:nvSpPr>
              <p:spPr>
                <a:xfrm rot="10800000">
                  <a:off x="25884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94" name="Google Shape;1408;p31"/>
              <p:cNvGrpSpPr/>
              <p:nvPr/>
            </p:nvGrpSpPr>
            <p:grpSpPr>
              <a:xfrm>
                <a:off x="206640" y="4937400"/>
                <a:ext cx="327960" cy="328320"/>
                <a:chOff x="206640" y="4937400"/>
                <a:chExt cx="327960" cy="328320"/>
              </a:xfrm>
            </p:grpSpPr>
            <p:sp>
              <p:nvSpPr>
                <p:cNvPr id="1095" name="Google Shape;1409;p31"/>
                <p:cNvSpPr/>
                <p:nvPr/>
              </p:nvSpPr>
              <p:spPr>
                <a:xfrm rot="10800000">
                  <a:off x="419040" y="51501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1410;p31"/>
                <p:cNvSpPr/>
                <p:nvPr/>
              </p:nvSpPr>
              <p:spPr>
                <a:xfrm rot="10800000">
                  <a:off x="383760" y="51148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7" name="Google Shape;1411;p31"/>
                <p:cNvSpPr/>
                <p:nvPr/>
              </p:nvSpPr>
              <p:spPr>
                <a:xfrm rot="10800000">
                  <a:off x="348480" y="50792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8" name="Google Shape;1412;p31"/>
                <p:cNvSpPr/>
                <p:nvPr/>
              </p:nvSpPr>
              <p:spPr>
                <a:xfrm rot="10800000">
                  <a:off x="312840" y="504396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9" name="Google Shape;1413;p31"/>
                <p:cNvSpPr/>
                <p:nvPr/>
              </p:nvSpPr>
              <p:spPr>
                <a:xfrm rot="10800000">
                  <a:off x="277560" y="500832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0" name="Google Shape;1414;p31"/>
                <p:cNvSpPr/>
                <p:nvPr/>
              </p:nvSpPr>
              <p:spPr>
                <a:xfrm rot="10800000">
                  <a:off x="242280" y="497304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1" name="Google Shape;1415;p31"/>
                <p:cNvSpPr/>
                <p:nvPr/>
              </p:nvSpPr>
              <p:spPr>
                <a:xfrm rot="10800000">
                  <a:off x="206640" y="49374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02" name="Google Shape;1416;p31"/>
            <p:cNvGrpSpPr/>
            <p:nvPr/>
          </p:nvGrpSpPr>
          <p:grpSpPr>
            <a:xfrm>
              <a:off x="-999000" y="4796640"/>
              <a:ext cx="4558320" cy="133920"/>
              <a:chOff x="-999000" y="4796640"/>
              <a:chExt cx="4558320" cy="133920"/>
            </a:xfrm>
          </p:grpSpPr>
          <p:sp>
            <p:nvSpPr>
              <p:cNvPr id="1103" name="Google Shape;1417;p31"/>
              <p:cNvSpPr/>
              <p:nvPr/>
            </p:nvSpPr>
            <p:spPr>
              <a:xfrm>
                <a:off x="3425400" y="4796640"/>
                <a:ext cx="133920" cy="133920"/>
              </a:xfrm>
              <a:prstGeom prst="ellipse">
                <a:avLst/>
              </a:prstGeom>
              <a:noFill/>
              <a:ln w="9525">
                <a:solidFill>
                  <a:srgbClr val="F5F8FF"/>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1104" name="Google Shape;1418;p31"/>
              <p:cNvCxnSpPr/>
              <p:nvPr/>
            </p:nvCxnSpPr>
            <p:spPr>
              <a:xfrm>
                <a:off x="-999000" y="4863600"/>
                <a:ext cx="4462560" cy="360"/>
              </a:xfrm>
              <a:prstGeom prst="straightConnector1">
                <a:avLst/>
              </a:prstGeom>
              <a:ln w="9525">
                <a:solidFill>
                  <a:srgbClr val="F5F8FF"/>
                </a:solidFill>
                <a:round/>
              </a:ln>
            </p:spPr>
          </p:cxnSp>
          <p:sp>
            <p:nvSpPr>
              <p:cNvPr id="1105" name="Google Shape;1419;p31"/>
              <p:cNvSpPr/>
              <p:nvPr/>
            </p:nvSpPr>
            <p:spPr>
              <a:xfrm>
                <a:off x="3455640" y="4826520"/>
                <a:ext cx="73440" cy="7344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10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107" name="Google Shape;180;p5"/>
          <p:cNvGrpSpPr/>
          <p:nvPr/>
        </p:nvGrpSpPr>
        <p:grpSpPr>
          <a:xfrm>
            <a:off x="7579080" y="-889920"/>
            <a:ext cx="2898000" cy="3032640"/>
            <a:chOff x="7579080" y="-889920"/>
            <a:chExt cx="2898000" cy="3032640"/>
          </a:xfrm>
        </p:grpSpPr>
        <p:pic>
          <p:nvPicPr>
            <p:cNvPr id="1108" name="Google Shape;181;p5"/>
            <p:cNvPicPr/>
            <p:nvPr/>
          </p:nvPicPr>
          <p:blipFill>
            <a:blip r:embed="rId2"/>
            <a:srcRect l="16959" t="24713" r="7122" b="26173"/>
            <a:stretch/>
          </p:blipFill>
          <p:spPr>
            <a:xfrm rot="16200000">
              <a:off x="7511760" y="-822600"/>
              <a:ext cx="3032640" cy="2898000"/>
            </a:xfrm>
            <a:prstGeom prst="rect">
              <a:avLst/>
            </a:prstGeom>
            <a:noFill/>
            <a:ln w="0">
              <a:noFill/>
            </a:ln>
          </p:spPr>
        </p:pic>
        <p:grpSp>
          <p:nvGrpSpPr>
            <p:cNvPr id="1109" name="Google Shape;182;p5"/>
            <p:cNvGrpSpPr/>
            <p:nvPr/>
          </p:nvGrpSpPr>
          <p:grpSpPr>
            <a:xfrm>
              <a:off x="8700480" y="-249840"/>
              <a:ext cx="1459800" cy="1171440"/>
              <a:chOff x="8700480" y="-249840"/>
              <a:chExt cx="1459800" cy="1171440"/>
            </a:xfrm>
          </p:grpSpPr>
          <p:sp>
            <p:nvSpPr>
              <p:cNvPr id="1110" name="Google Shape;183;p5"/>
              <p:cNvSpPr/>
              <p:nvPr/>
            </p:nvSpPr>
            <p:spPr>
              <a:xfrm>
                <a:off x="9074160" y="-18720"/>
                <a:ext cx="1086120" cy="940320"/>
              </a:xfrm>
              <a:custGeom>
                <a:avLst/>
                <a:gdLst>
                  <a:gd name="textAreaLeft" fmla="*/ 0 w 1086120"/>
                  <a:gd name="textAreaRight" fmla="*/ 1086480 w 1086120"/>
                  <a:gd name="textAreaTop" fmla="*/ 0 h 940320"/>
                  <a:gd name="textAreaBottom" fmla="*/ 940680 h 9403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1" name="Google Shape;184;p5"/>
              <p:cNvSpPr/>
              <p:nvPr/>
            </p:nvSpPr>
            <p:spPr>
              <a:xfrm>
                <a:off x="9054000" y="-249840"/>
                <a:ext cx="775800" cy="671760"/>
              </a:xfrm>
              <a:custGeom>
                <a:avLst/>
                <a:gdLst>
                  <a:gd name="textAreaLeft" fmla="*/ 0 w 775800"/>
                  <a:gd name="textAreaRight" fmla="*/ 776160 w 775800"/>
                  <a:gd name="textAreaTop" fmla="*/ 0 h 671760"/>
                  <a:gd name="textAreaBottom" fmla="*/ 672120 h 671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2" name="Google Shape;185;p5"/>
              <p:cNvSpPr/>
              <p:nvPr/>
            </p:nvSpPr>
            <p:spPr>
              <a:xfrm>
                <a:off x="8700480" y="-18720"/>
                <a:ext cx="775800" cy="671760"/>
              </a:xfrm>
              <a:custGeom>
                <a:avLst/>
                <a:gdLst>
                  <a:gd name="textAreaLeft" fmla="*/ 0 w 775800"/>
                  <a:gd name="textAreaRight" fmla="*/ 776160 w 775800"/>
                  <a:gd name="textAreaTop" fmla="*/ 0 h 671760"/>
                  <a:gd name="textAreaBottom" fmla="*/ 672120 h 671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13" name="Google Shape;186;p5"/>
          <p:cNvGrpSpPr/>
          <p:nvPr/>
        </p:nvGrpSpPr>
        <p:grpSpPr>
          <a:xfrm>
            <a:off x="-613800" y="3694320"/>
            <a:ext cx="2048040" cy="2238120"/>
            <a:chOff x="-613800" y="3694320"/>
            <a:chExt cx="2048040" cy="2238120"/>
          </a:xfrm>
        </p:grpSpPr>
        <p:grpSp>
          <p:nvGrpSpPr>
            <p:cNvPr id="1114" name="Google Shape;187;p5"/>
            <p:cNvGrpSpPr/>
            <p:nvPr/>
          </p:nvGrpSpPr>
          <p:grpSpPr>
            <a:xfrm>
              <a:off x="-613800" y="3694320"/>
              <a:ext cx="1915560" cy="2238120"/>
              <a:chOff x="-613800" y="3694320"/>
              <a:chExt cx="1915560" cy="2238120"/>
            </a:xfrm>
          </p:grpSpPr>
          <p:grpSp>
            <p:nvGrpSpPr>
              <p:cNvPr id="1115" name="Google Shape;188;p5"/>
              <p:cNvGrpSpPr/>
              <p:nvPr/>
            </p:nvGrpSpPr>
            <p:grpSpPr>
              <a:xfrm>
                <a:off x="-613800" y="4086360"/>
                <a:ext cx="1915560" cy="1537920"/>
                <a:chOff x="-613800" y="4086360"/>
                <a:chExt cx="1915560" cy="1537920"/>
              </a:xfrm>
            </p:grpSpPr>
            <p:sp>
              <p:nvSpPr>
                <p:cNvPr id="1116" name="Google Shape;189;p5"/>
                <p:cNvSpPr/>
                <p:nvPr/>
              </p:nvSpPr>
              <p:spPr>
                <a:xfrm flipH="1">
                  <a:off x="-613800" y="4389840"/>
                  <a:ext cx="1425600" cy="1234440"/>
                </a:xfrm>
                <a:custGeom>
                  <a:avLst/>
                  <a:gdLst>
                    <a:gd name="textAreaLeft" fmla="*/ 360 w 1425600"/>
                    <a:gd name="textAreaRight" fmla="*/ 1426320 w 1425600"/>
                    <a:gd name="textAreaTop" fmla="*/ 0 h 1234440"/>
                    <a:gd name="textAreaBottom" fmla="*/ 1234800 h 123444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7" name="Google Shape;190;p5"/>
                <p:cNvSpPr/>
                <p:nvPr/>
              </p:nvSpPr>
              <p:spPr>
                <a:xfrm flipH="1">
                  <a:off x="-181080" y="4086360"/>
                  <a:ext cx="1018440" cy="882000"/>
                </a:xfrm>
                <a:custGeom>
                  <a:avLst/>
                  <a:gdLst>
                    <a:gd name="textAreaLeft" fmla="*/ -360 w 1018440"/>
                    <a:gd name="textAreaRight" fmla="*/ 1018440 w 1018440"/>
                    <a:gd name="textAreaTop" fmla="*/ 0 h 882000"/>
                    <a:gd name="textAreaBottom" fmla="*/ 882360 h 882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91;p5"/>
                <p:cNvSpPr/>
                <p:nvPr/>
              </p:nvSpPr>
              <p:spPr>
                <a:xfrm flipH="1">
                  <a:off x="282960" y="4389840"/>
                  <a:ext cx="1018440" cy="882000"/>
                </a:xfrm>
                <a:custGeom>
                  <a:avLst/>
                  <a:gdLst>
                    <a:gd name="textAreaLeft" fmla="*/ -360 w 1018440"/>
                    <a:gd name="textAreaRight" fmla="*/ 1018440 w 1018440"/>
                    <a:gd name="textAreaTop" fmla="*/ 0 h 882000"/>
                    <a:gd name="textAreaBottom" fmla="*/ 882360 h 882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19" name="Google Shape;192;p5"/>
              <p:cNvGrpSpPr/>
              <p:nvPr/>
            </p:nvGrpSpPr>
            <p:grpSpPr>
              <a:xfrm>
                <a:off x="-462240" y="3694320"/>
                <a:ext cx="1447920" cy="2238120"/>
                <a:chOff x="-462240" y="3694320"/>
                <a:chExt cx="1447920" cy="2238120"/>
              </a:xfrm>
            </p:grpSpPr>
            <p:grpSp>
              <p:nvGrpSpPr>
                <p:cNvPr id="1120" name="Google Shape;193;p5"/>
                <p:cNvGrpSpPr/>
                <p:nvPr/>
              </p:nvGrpSpPr>
              <p:grpSpPr>
                <a:xfrm>
                  <a:off x="-428760" y="3946680"/>
                  <a:ext cx="981000" cy="1985760"/>
                  <a:chOff x="-428760" y="3946680"/>
                  <a:chExt cx="981000" cy="1985760"/>
                </a:xfrm>
              </p:grpSpPr>
              <p:sp>
                <p:nvSpPr>
                  <p:cNvPr id="1121" name="Google Shape;194;p5"/>
                  <p:cNvSpPr/>
                  <p:nvPr/>
                </p:nvSpPr>
                <p:spPr>
                  <a:xfrm rot="10800000">
                    <a:off x="-428400" y="394668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95;p5"/>
                  <p:cNvSpPr/>
                  <p:nvPr/>
                </p:nvSpPr>
                <p:spPr>
                  <a:xfrm rot="10800000">
                    <a:off x="-291600" y="394740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23" name="Google Shape;196;p5"/>
                <p:cNvGrpSpPr/>
                <p:nvPr/>
              </p:nvGrpSpPr>
              <p:grpSpPr>
                <a:xfrm>
                  <a:off x="210960" y="4983120"/>
                  <a:ext cx="699120" cy="478080"/>
                  <a:chOff x="210960" y="4983120"/>
                  <a:chExt cx="699120" cy="478080"/>
                </a:xfrm>
              </p:grpSpPr>
              <p:grpSp>
                <p:nvGrpSpPr>
                  <p:cNvPr id="1124" name="Google Shape;197;p5"/>
                  <p:cNvGrpSpPr/>
                  <p:nvPr/>
                </p:nvGrpSpPr>
                <p:grpSpPr>
                  <a:xfrm>
                    <a:off x="210960" y="4983120"/>
                    <a:ext cx="478080" cy="478080"/>
                    <a:chOff x="210960" y="4983120"/>
                    <a:chExt cx="478080" cy="478080"/>
                  </a:xfrm>
                </p:grpSpPr>
                <p:sp>
                  <p:nvSpPr>
                    <p:cNvPr id="1125" name="Google Shape;198;p5"/>
                    <p:cNvSpPr/>
                    <p:nvPr/>
                  </p:nvSpPr>
                  <p:spPr>
                    <a:xfrm rot="2700000">
                      <a:off x="277200" y="50565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26" name="Google Shape;199;p5"/>
                    <p:cNvGrpSpPr/>
                    <p:nvPr/>
                  </p:nvGrpSpPr>
                  <p:grpSpPr>
                    <a:xfrm>
                      <a:off x="255600" y="5083920"/>
                      <a:ext cx="387720" cy="222840"/>
                      <a:chOff x="255600" y="5083920"/>
                      <a:chExt cx="387720" cy="222840"/>
                    </a:xfrm>
                  </p:grpSpPr>
                  <p:sp>
                    <p:nvSpPr>
                      <p:cNvPr id="1127" name="Google Shape;200;p5"/>
                      <p:cNvSpPr/>
                      <p:nvPr/>
                    </p:nvSpPr>
                    <p:spPr>
                      <a:xfrm rot="2700000">
                        <a:off x="28836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201;p5"/>
                      <p:cNvSpPr/>
                      <p:nvPr/>
                    </p:nvSpPr>
                    <p:spPr>
                      <a:xfrm rot="2700000">
                        <a:off x="32940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202;p5"/>
                      <p:cNvSpPr/>
                      <p:nvPr/>
                    </p:nvSpPr>
                    <p:spPr>
                      <a:xfrm rot="2700000">
                        <a:off x="37080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203;p5"/>
                      <p:cNvSpPr/>
                      <p:nvPr/>
                    </p:nvSpPr>
                    <p:spPr>
                      <a:xfrm rot="2700000">
                        <a:off x="41184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204;p5"/>
                      <p:cNvSpPr/>
                      <p:nvPr/>
                    </p:nvSpPr>
                    <p:spPr>
                      <a:xfrm rot="2700000">
                        <a:off x="45288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32" name="Google Shape;205;p5"/>
                  <p:cNvSpPr/>
                  <p:nvPr/>
                </p:nvSpPr>
                <p:spPr>
                  <a:xfrm rot="18900000">
                    <a:off x="542160" y="506232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33" name="Google Shape;206;p5"/>
                <p:cNvGrpSpPr/>
                <p:nvPr/>
              </p:nvGrpSpPr>
              <p:grpSpPr>
                <a:xfrm>
                  <a:off x="-462240" y="3694320"/>
                  <a:ext cx="1047240" cy="1350720"/>
                  <a:chOff x="-462240" y="3694320"/>
                  <a:chExt cx="1047240" cy="1350720"/>
                </a:xfrm>
              </p:grpSpPr>
              <p:sp>
                <p:nvSpPr>
                  <p:cNvPr id="1134" name="Google Shape;207;p5"/>
                  <p:cNvSpPr/>
                  <p:nvPr/>
                </p:nvSpPr>
                <p:spPr>
                  <a:xfrm rot="13500000">
                    <a:off x="-115200" y="434772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5" name="Google Shape;208;p5"/>
                  <p:cNvSpPr/>
                  <p:nvPr/>
                </p:nvSpPr>
                <p:spPr>
                  <a:xfrm rot="13500000">
                    <a:off x="-191160" y="41634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6" name="Google Shape;209;p5"/>
                  <p:cNvSpPr/>
                  <p:nvPr/>
                </p:nvSpPr>
                <p:spPr>
                  <a:xfrm rot="13500000">
                    <a:off x="-267480" y="39996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7" name="Google Shape;210;p5"/>
                  <p:cNvSpPr/>
                  <p:nvPr/>
                </p:nvSpPr>
                <p:spPr>
                  <a:xfrm rot="13500000">
                    <a:off x="-343800" y="3815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38" name="Google Shape;211;p5"/>
                <p:cNvGrpSpPr/>
                <p:nvPr/>
              </p:nvGrpSpPr>
              <p:grpSpPr>
                <a:xfrm>
                  <a:off x="286560" y="4643640"/>
                  <a:ext cx="699120" cy="478080"/>
                  <a:chOff x="286560" y="4643640"/>
                  <a:chExt cx="699120" cy="478080"/>
                </a:xfrm>
              </p:grpSpPr>
              <p:grpSp>
                <p:nvGrpSpPr>
                  <p:cNvPr id="1139" name="Google Shape;212;p5"/>
                  <p:cNvGrpSpPr/>
                  <p:nvPr/>
                </p:nvGrpSpPr>
                <p:grpSpPr>
                  <a:xfrm>
                    <a:off x="286560" y="4643640"/>
                    <a:ext cx="478080" cy="478080"/>
                    <a:chOff x="286560" y="4643640"/>
                    <a:chExt cx="478080" cy="478080"/>
                  </a:xfrm>
                </p:grpSpPr>
                <p:sp>
                  <p:nvSpPr>
                    <p:cNvPr id="1140" name="Google Shape;213;p5"/>
                    <p:cNvSpPr/>
                    <p:nvPr/>
                  </p:nvSpPr>
                  <p:spPr>
                    <a:xfrm rot="2700000">
                      <a:off x="352800" y="47170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41" name="Google Shape;214;p5"/>
                    <p:cNvGrpSpPr/>
                    <p:nvPr/>
                  </p:nvGrpSpPr>
                  <p:grpSpPr>
                    <a:xfrm>
                      <a:off x="331560" y="4744440"/>
                      <a:ext cx="387360" cy="222840"/>
                      <a:chOff x="331560" y="4744440"/>
                      <a:chExt cx="387360" cy="222840"/>
                    </a:xfrm>
                  </p:grpSpPr>
                  <p:sp>
                    <p:nvSpPr>
                      <p:cNvPr id="1142" name="Google Shape;215;p5"/>
                      <p:cNvSpPr/>
                      <p:nvPr/>
                    </p:nvSpPr>
                    <p:spPr>
                      <a:xfrm rot="2700000">
                        <a:off x="36432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3" name="Google Shape;216;p5"/>
                      <p:cNvSpPr/>
                      <p:nvPr/>
                    </p:nvSpPr>
                    <p:spPr>
                      <a:xfrm rot="2700000">
                        <a:off x="40536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4" name="Google Shape;217;p5"/>
                      <p:cNvSpPr/>
                      <p:nvPr/>
                    </p:nvSpPr>
                    <p:spPr>
                      <a:xfrm rot="2700000">
                        <a:off x="44640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5" name="Google Shape;218;p5"/>
                      <p:cNvSpPr/>
                      <p:nvPr/>
                    </p:nvSpPr>
                    <p:spPr>
                      <a:xfrm rot="2700000">
                        <a:off x="48744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6" name="Google Shape;219;p5"/>
                      <p:cNvSpPr/>
                      <p:nvPr/>
                    </p:nvSpPr>
                    <p:spPr>
                      <a:xfrm rot="2700000">
                        <a:off x="52848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47" name="Google Shape;220;p5"/>
                  <p:cNvSpPr/>
                  <p:nvPr/>
                </p:nvSpPr>
                <p:spPr>
                  <a:xfrm rot="18900000">
                    <a:off x="617760" y="472284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48" name="Google Shape;221;p5"/>
                <p:cNvGrpSpPr/>
                <p:nvPr/>
              </p:nvGrpSpPr>
              <p:grpSpPr>
                <a:xfrm>
                  <a:off x="-217440" y="4700160"/>
                  <a:ext cx="699120" cy="478080"/>
                  <a:chOff x="-217440" y="4700160"/>
                  <a:chExt cx="699120" cy="478080"/>
                </a:xfrm>
              </p:grpSpPr>
              <p:grpSp>
                <p:nvGrpSpPr>
                  <p:cNvPr id="1149" name="Google Shape;222;p5"/>
                  <p:cNvGrpSpPr/>
                  <p:nvPr/>
                </p:nvGrpSpPr>
                <p:grpSpPr>
                  <a:xfrm>
                    <a:off x="-217440" y="4700160"/>
                    <a:ext cx="478080" cy="478080"/>
                    <a:chOff x="-217440" y="4700160"/>
                    <a:chExt cx="478080" cy="478080"/>
                  </a:xfrm>
                </p:grpSpPr>
                <p:sp>
                  <p:nvSpPr>
                    <p:cNvPr id="1150" name="Google Shape;223;p5"/>
                    <p:cNvSpPr/>
                    <p:nvPr/>
                  </p:nvSpPr>
                  <p:spPr>
                    <a:xfrm rot="2700000">
                      <a:off x="-150840" y="47736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51" name="Google Shape;224;p5"/>
                    <p:cNvGrpSpPr/>
                    <p:nvPr/>
                  </p:nvGrpSpPr>
                  <p:grpSpPr>
                    <a:xfrm>
                      <a:off x="-172440" y="4800960"/>
                      <a:ext cx="387360" cy="222840"/>
                      <a:chOff x="-172440" y="4800960"/>
                      <a:chExt cx="387360" cy="222840"/>
                    </a:xfrm>
                  </p:grpSpPr>
                  <p:sp>
                    <p:nvSpPr>
                      <p:cNvPr id="1152" name="Google Shape;225;p5"/>
                      <p:cNvSpPr/>
                      <p:nvPr/>
                    </p:nvSpPr>
                    <p:spPr>
                      <a:xfrm rot="2700000">
                        <a:off x="-13968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3" name="Google Shape;226;p5"/>
                      <p:cNvSpPr/>
                      <p:nvPr/>
                    </p:nvSpPr>
                    <p:spPr>
                      <a:xfrm rot="2700000">
                        <a:off x="-9864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4" name="Google Shape;227;p5"/>
                      <p:cNvSpPr/>
                      <p:nvPr/>
                    </p:nvSpPr>
                    <p:spPr>
                      <a:xfrm rot="2700000">
                        <a:off x="-5760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228;p5"/>
                      <p:cNvSpPr/>
                      <p:nvPr/>
                    </p:nvSpPr>
                    <p:spPr>
                      <a:xfrm rot="2700000">
                        <a:off x="-1656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229;p5"/>
                      <p:cNvSpPr/>
                      <p:nvPr/>
                    </p:nvSpPr>
                    <p:spPr>
                      <a:xfrm rot="2700000">
                        <a:off x="2412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57" name="Google Shape;230;p5"/>
                  <p:cNvSpPr/>
                  <p:nvPr/>
                </p:nvSpPr>
                <p:spPr>
                  <a:xfrm rot="18900000">
                    <a:off x="113760" y="47793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158" name="Google Shape;231;p5"/>
            <p:cNvGrpSpPr/>
            <p:nvPr/>
          </p:nvGrpSpPr>
          <p:grpSpPr>
            <a:xfrm>
              <a:off x="995400" y="4915080"/>
              <a:ext cx="438840" cy="438840"/>
              <a:chOff x="995400" y="4915080"/>
              <a:chExt cx="438840" cy="438840"/>
            </a:xfrm>
          </p:grpSpPr>
          <p:sp>
            <p:nvSpPr>
              <p:cNvPr id="1159" name="Google Shape;232;p5"/>
              <p:cNvSpPr/>
              <p:nvPr/>
            </p:nvSpPr>
            <p:spPr>
              <a:xfrm rot="5400000">
                <a:off x="995400" y="49150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0" name="Google Shape;233;p5"/>
              <p:cNvSpPr/>
              <p:nvPr/>
            </p:nvSpPr>
            <p:spPr>
              <a:xfrm rot="5400000">
                <a:off x="1083240" y="50151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61" name="Google Shape;234;p5"/>
          <p:cNvGrpSpPr/>
          <p:nvPr/>
        </p:nvGrpSpPr>
        <p:grpSpPr>
          <a:xfrm>
            <a:off x="-2352240" y="-456480"/>
            <a:ext cx="5306760" cy="2547000"/>
            <a:chOff x="-2352240" y="-456480"/>
            <a:chExt cx="5306760" cy="2547000"/>
          </a:xfrm>
        </p:grpSpPr>
        <p:grpSp>
          <p:nvGrpSpPr>
            <p:cNvPr id="1162" name="Google Shape;235;p5"/>
            <p:cNvGrpSpPr/>
            <p:nvPr/>
          </p:nvGrpSpPr>
          <p:grpSpPr>
            <a:xfrm>
              <a:off x="-1350360" y="-456480"/>
              <a:ext cx="2555280" cy="2547000"/>
              <a:chOff x="-1350360" y="-456480"/>
              <a:chExt cx="2555280" cy="2547000"/>
            </a:xfrm>
          </p:grpSpPr>
          <p:sp>
            <p:nvSpPr>
              <p:cNvPr id="1163" name="Google Shape;236;p5"/>
              <p:cNvSpPr/>
              <p:nvPr/>
            </p:nvSpPr>
            <p:spPr>
              <a:xfrm rot="13500000" flipH="1">
                <a:off x="-502920" y="-357120"/>
                <a:ext cx="981720" cy="2461320"/>
              </a:xfrm>
              <a:custGeom>
                <a:avLst/>
                <a:gdLst>
                  <a:gd name="textAreaLeft" fmla="*/ 360 w 981720"/>
                  <a:gd name="textAreaRight" fmla="*/ 982440 w 981720"/>
                  <a:gd name="textAreaTop" fmla="*/ 0 h 2461320"/>
                  <a:gd name="textAreaBottom" fmla="*/ 2461680 h 246132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237;p5"/>
              <p:cNvSpPr/>
              <p:nvPr/>
            </p:nvSpPr>
            <p:spPr>
              <a:xfrm rot="13500000" flipH="1">
                <a:off x="-623880" y="-469440"/>
                <a:ext cx="981720" cy="2461320"/>
              </a:xfrm>
              <a:custGeom>
                <a:avLst/>
                <a:gdLst>
                  <a:gd name="textAreaLeft" fmla="*/ 360 w 981720"/>
                  <a:gd name="textAreaRight" fmla="*/ 982440 w 981720"/>
                  <a:gd name="textAreaTop" fmla="*/ 0 h 2461320"/>
                  <a:gd name="textAreaBottom" fmla="*/ 2461680 h 246132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65" name="Google Shape;238;p5"/>
            <p:cNvSpPr/>
            <p:nvPr/>
          </p:nvSpPr>
          <p:spPr>
            <a:xfrm rot="16200000">
              <a:off x="1678680" y="-104796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66" name="Google Shape;239;p5"/>
            <p:cNvGrpSpPr/>
            <p:nvPr/>
          </p:nvGrpSpPr>
          <p:grpSpPr>
            <a:xfrm>
              <a:off x="-2352240" y="93600"/>
              <a:ext cx="4558680" cy="133920"/>
              <a:chOff x="-2352240" y="93600"/>
              <a:chExt cx="4558680" cy="133920"/>
            </a:xfrm>
          </p:grpSpPr>
          <p:sp>
            <p:nvSpPr>
              <p:cNvPr id="1167" name="Google Shape;240;p5"/>
              <p:cNvSpPr/>
              <p:nvPr/>
            </p:nvSpPr>
            <p:spPr>
              <a:xfrm>
                <a:off x="2072520" y="936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168" name="Google Shape;241;p5"/>
              <p:cNvCxnSpPr/>
              <p:nvPr/>
            </p:nvCxnSpPr>
            <p:spPr>
              <a:xfrm>
                <a:off x="-2352240" y="160560"/>
                <a:ext cx="4462560" cy="360"/>
              </a:xfrm>
              <a:prstGeom prst="straightConnector1">
                <a:avLst/>
              </a:prstGeom>
              <a:ln w="9525">
                <a:solidFill>
                  <a:srgbClr val="0C0A9E"/>
                </a:solidFill>
                <a:round/>
              </a:ln>
            </p:spPr>
          </p:cxnSp>
          <p:sp>
            <p:nvSpPr>
              <p:cNvPr id="1169" name="Google Shape;242;p5"/>
              <p:cNvSpPr/>
              <p:nvPr/>
            </p:nvSpPr>
            <p:spPr>
              <a:xfrm>
                <a:off x="2102400" y="12384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170" name="Google Shape;243;p5"/>
          <p:cNvGrpSpPr/>
          <p:nvPr/>
        </p:nvGrpSpPr>
        <p:grpSpPr>
          <a:xfrm>
            <a:off x="6795360" y="3095280"/>
            <a:ext cx="4558680" cy="2438280"/>
            <a:chOff x="6795360" y="3095280"/>
            <a:chExt cx="4558680" cy="2438280"/>
          </a:xfrm>
        </p:grpSpPr>
        <p:grpSp>
          <p:nvGrpSpPr>
            <p:cNvPr id="1171" name="Google Shape;244;p5"/>
            <p:cNvGrpSpPr/>
            <p:nvPr/>
          </p:nvGrpSpPr>
          <p:grpSpPr>
            <a:xfrm>
              <a:off x="7644600" y="3095280"/>
              <a:ext cx="2439000" cy="2438280"/>
              <a:chOff x="7644600" y="3095280"/>
              <a:chExt cx="2439000" cy="2438280"/>
            </a:xfrm>
          </p:grpSpPr>
          <p:sp>
            <p:nvSpPr>
              <p:cNvPr id="1172" name="Google Shape;245;p5"/>
              <p:cNvSpPr/>
              <p:nvPr/>
            </p:nvSpPr>
            <p:spPr>
              <a:xfrm rot="2700000" flipH="1">
                <a:off x="8316000" y="3104280"/>
                <a:ext cx="981720" cy="2307600"/>
              </a:xfrm>
              <a:custGeom>
                <a:avLst/>
                <a:gdLst>
                  <a:gd name="textAreaLeft" fmla="*/ -360 w 981720"/>
                  <a:gd name="textAreaRight" fmla="*/ 981720 w 98172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246;p5"/>
              <p:cNvSpPr/>
              <p:nvPr/>
            </p:nvSpPr>
            <p:spPr>
              <a:xfrm rot="2700000" flipH="1">
                <a:off x="8429040" y="3216600"/>
                <a:ext cx="981720" cy="2307600"/>
              </a:xfrm>
              <a:custGeom>
                <a:avLst/>
                <a:gdLst>
                  <a:gd name="textAreaLeft" fmla="*/ -360 w 981720"/>
                  <a:gd name="textAreaRight" fmla="*/ 981720 w 98172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74" name="Google Shape;247;p5"/>
            <p:cNvGrpSpPr/>
            <p:nvPr/>
          </p:nvGrpSpPr>
          <p:grpSpPr>
            <a:xfrm>
              <a:off x="6795360" y="5002920"/>
              <a:ext cx="4558680" cy="133920"/>
              <a:chOff x="6795360" y="5002920"/>
              <a:chExt cx="4558680" cy="133920"/>
            </a:xfrm>
          </p:grpSpPr>
          <p:sp>
            <p:nvSpPr>
              <p:cNvPr id="1175" name="Google Shape;248;p5"/>
              <p:cNvSpPr/>
              <p:nvPr/>
            </p:nvSpPr>
            <p:spPr>
              <a:xfrm rot="10800000">
                <a:off x="6795360" y="50029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176" name="Google Shape;249;p5"/>
              <p:cNvCxnSpPr/>
              <p:nvPr/>
            </p:nvCxnSpPr>
            <p:spPr>
              <a:xfrm flipH="1">
                <a:off x="6891120" y="5069520"/>
                <a:ext cx="4463280" cy="360"/>
              </a:xfrm>
              <a:prstGeom prst="straightConnector1">
                <a:avLst/>
              </a:prstGeom>
              <a:ln w="9525">
                <a:solidFill>
                  <a:srgbClr val="0C0A9E"/>
                </a:solidFill>
                <a:round/>
              </a:ln>
            </p:spPr>
          </p:cxnSp>
          <p:sp>
            <p:nvSpPr>
              <p:cNvPr id="1177" name="Google Shape;250;p5"/>
              <p:cNvSpPr/>
              <p:nvPr/>
            </p:nvSpPr>
            <p:spPr>
              <a:xfrm rot="10800000">
                <a:off x="6825600" y="50331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1178" name="Google Shape;252;p6"/>
          <p:cNvGrpSpPr/>
          <p:nvPr/>
        </p:nvGrpSpPr>
        <p:grpSpPr>
          <a:xfrm>
            <a:off x="-2151360" y="-1921320"/>
            <a:ext cx="4718880" cy="4718880"/>
            <a:chOff x="-2151360" y="-1921320"/>
            <a:chExt cx="4718880" cy="4718880"/>
          </a:xfrm>
        </p:grpSpPr>
        <p:sp>
          <p:nvSpPr>
            <p:cNvPr id="1179" name="Google Shape;253;p6"/>
            <p:cNvSpPr/>
            <p:nvPr/>
          </p:nvSpPr>
          <p:spPr>
            <a:xfrm rot="9900000">
              <a:off x="-613440" y="-523440"/>
              <a:ext cx="2152080" cy="1863720"/>
            </a:xfrm>
            <a:custGeom>
              <a:avLst/>
              <a:gdLst>
                <a:gd name="textAreaLeft" fmla="*/ 0 w 2152080"/>
                <a:gd name="textAreaRight" fmla="*/ 2152440 w 2152080"/>
                <a:gd name="textAreaTop" fmla="*/ 0 h 1863720"/>
                <a:gd name="textAreaBottom" fmla="*/ 1864080 h 18637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1180" name="Google Shape;254;p6"/>
            <p:cNvPicPr/>
            <p:nvPr/>
          </p:nvPicPr>
          <p:blipFill>
            <a:blip r:embed="rId2"/>
            <a:srcRect t="17653" b="17662"/>
            <a:stretch/>
          </p:blipFill>
          <p:spPr>
            <a:xfrm rot="13500000">
              <a:off x="-1684080" y="-1005840"/>
              <a:ext cx="3784680" cy="2888640"/>
            </a:xfrm>
            <a:prstGeom prst="rect">
              <a:avLst/>
            </a:prstGeom>
            <a:noFill/>
            <a:ln w="0">
              <a:noFill/>
            </a:ln>
          </p:spPr>
        </p:pic>
      </p:grpSp>
      <p:sp>
        <p:nvSpPr>
          <p:cNvPr id="118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182" name="Google Shape;256;p6"/>
          <p:cNvGrpSpPr/>
          <p:nvPr/>
        </p:nvGrpSpPr>
        <p:grpSpPr>
          <a:xfrm>
            <a:off x="8106840" y="-844560"/>
            <a:ext cx="1790280" cy="2767680"/>
            <a:chOff x="8106840" y="-844560"/>
            <a:chExt cx="1790280" cy="2767680"/>
          </a:xfrm>
        </p:grpSpPr>
        <p:grpSp>
          <p:nvGrpSpPr>
            <p:cNvPr id="1183" name="Google Shape;257;p6"/>
            <p:cNvGrpSpPr/>
            <p:nvPr/>
          </p:nvGrpSpPr>
          <p:grpSpPr>
            <a:xfrm>
              <a:off x="8642880" y="-844560"/>
              <a:ext cx="1213560" cy="2455200"/>
              <a:chOff x="8642880" y="-844560"/>
              <a:chExt cx="1213560" cy="2455200"/>
            </a:xfrm>
          </p:grpSpPr>
          <p:sp>
            <p:nvSpPr>
              <p:cNvPr id="1184" name="Google Shape;258;p6"/>
              <p:cNvSpPr/>
              <p:nvPr/>
            </p:nvSpPr>
            <p:spPr>
              <a:xfrm>
                <a:off x="8812440" y="-843840"/>
                <a:ext cx="1044000" cy="2454480"/>
              </a:xfrm>
              <a:custGeom>
                <a:avLst/>
                <a:gdLst>
                  <a:gd name="textAreaLeft" fmla="*/ 0 w 1044000"/>
                  <a:gd name="textAreaRight" fmla="*/ 1044360 w 1044000"/>
                  <a:gd name="textAreaTop" fmla="*/ 0 h 2454480"/>
                  <a:gd name="textAreaBottom" fmla="*/ 2454840 h 245448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5" name="Google Shape;259;p6"/>
              <p:cNvSpPr/>
              <p:nvPr/>
            </p:nvSpPr>
            <p:spPr>
              <a:xfrm>
                <a:off x="8642880" y="-844560"/>
                <a:ext cx="1044000" cy="2454480"/>
              </a:xfrm>
              <a:custGeom>
                <a:avLst/>
                <a:gdLst>
                  <a:gd name="textAreaLeft" fmla="*/ 0 w 1044000"/>
                  <a:gd name="textAreaRight" fmla="*/ 1044360 w 1044000"/>
                  <a:gd name="textAreaTop" fmla="*/ 0 h 2454480"/>
                  <a:gd name="textAreaBottom" fmla="*/ 2454840 h 245448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86" name="Google Shape;260;p6"/>
            <p:cNvGrpSpPr/>
            <p:nvPr/>
          </p:nvGrpSpPr>
          <p:grpSpPr>
            <a:xfrm>
              <a:off x="8200440" y="-261720"/>
              <a:ext cx="864360" cy="591120"/>
              <a:chOff x="8200440" y="-261720"/>
              <a:chExt cx="864360" cy="591120"/>
            </a:xfrm>
          </p:grpSpPr>
          <p:grpSp>
            <p:nvGrpSpPr>
              <p:cNvPr id="1187" name="Google Shape;261;p6"/>
              <p:cNvGrpSpPr/>
              <p:nvPr/>
            </p:nvGrpSpPr>
            <p:grpSpPr>
              <a:xfrm>
                <a:off x="8473680" y="-261720"/>
                <a:ext cx="591120" cy="591120"/>
                <a:chOff x="8473680" y="-261720"/>
                <a:chExt cx="591120" cy="591120"/>
              </a:xfrm>
            </p:grpSpPr>
            <p:sp>
              <p:nvSpPr>
                <p:cNvPr id="1188" name="Google Shape;262;p6"/>
                <p:cNvSpPr/>
                <p:nvPr/>
              </p:nvSpPr>
              <p:spPr>
                <a:xfrm rot="13500000">
                  <a:off x="8555760" y="-170280"/>
                  <a:ext cx="426960" cy="408960"/>
                </a:xfrm>
                <a:custGeom>
                  <a:avLst/>
                  <a:gdLst>
                    <a:gd name="textAreaLeft" fmla="*/ 0 w 426960"/>
                    <a:gd name="textAreaRight" fmla="*/ 427320 w 426960"/>
                    <a:gd name="textAreaTop" fmla="*/ 0 h 408960"/>
                    <a:gd name="textAreaBottom" fmla="*/ 409320 h 40896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89" name="Google Shape;263;p6"/>
                <p:cNvGrpSpPr/>
                <p:nvPr/>
              </p:nvGrpSpPr>
              <p:grpSpPr>
                <a:xfrm>
                  <a:off x="8530920" y="-71280"/>
                  <a:ext cx="478800" cy="276120"/>
                  <a:chOff x="8530920" y="-71280"/>
                  <a:chExt cx="478800" cy="276120"/>
                </a:xfrm>
              </p:grpSpPr>
              <p:sp>
                <p:nvSpPr>
                  <p:cNvPr id="1190" name="Google Shape;264;p6"/>
                  <p:cNvSpPr/>
                  <p:nvPr/>
                </p:nvSpPr>
                <p:spPr>
                  <a:xfrm rot="13500000">
                    <a:off x="8774280" y="-30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1" name="Google Shape;265;p6"/>
                  <p:cNvSpPr/>
                  <p:nvPr/>
                </p:nvSpPr>
                <p:spPr>
                  <a:xfrm rot="13500000">
                    <a:off x="8723520" y="-30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2" name="Google Shape;266;p6"/>
                  <p:cNvSpPr/>
                  <p:nvPr/>
                </p:nvSpPr>
                <p:spPr>
                  <a:xfrm rot="13500000">
                    <a:off x="8672400" y="-30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3" name="Google Shape;267;p6"/>
                  <p:cNvSpPr/>
                  <p:nvPr/>
                </p:nvSpPr>
                <p:spPr>
                  <a:xfrm rot="13500000">
                    <a:off x="8622000" y="-30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268;p6"/>
                  <p:cNvSpPr/>
                  <p:nvPr/>
                </p:nvSpPr>
                <p:spPr>
                  <a:xfrm rot="13500000">
                    <a:off x="8571240" y="-30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95" name="Google Shape;269;p6"/>
              <p:cNvSpPr/>
              <p:nvPr/>
            </p:nvSpPr>
            <p:spPr>
              <a:xfrm rot="8100000">
                <a:off x="8254080" y="-87120"/>
                <a:ext cx="401400" cy="318600"/>
              </a:xfrm>
              <a:custGeom>
                <a:avLst/>
                <a:gdLst>
                  <a:gd name="textAreaLeft" fmla="*/ 0 w 401400"/>
                  <a:gd name="textAreaRight" fmla="*/ 401760 w 401400"/>
                  <a:gd name="textAreaTop" fmla="*/ 0 h 318600"/>
                  <a:gd name="textAreaBottom" fmla="*/ 318960 h 31860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EB9109"/>
                  </a:gs>
                  <a:gs pos="40000">
                    <a:srgbClr val="FF9900">
                      <a:alpha val="41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96" name="Google Shape;270;p6"/>
            <p:cNvGrpSpPr/>
            <p:nvPr/>
          </p:nvGrpSpPr>
          <p:grpSpPr>
            <a:xfrm>
              <a:off x="8602560" y="252720"/>
              <a:ext cx="1294560" cy="1670400"/>
              <a:chOff x="8602560" y="252720"/>
              <a:chExt cx="1294560" cy="1670400"/>
            </a:xfrm>
          </p:grpSpPr>
          <p:sp>
            <p:nvSpPr>
              <p:cNvPr id="1197" name="Google Shape;271;p6"/>
              <p:cNvSpPr/>
              <p:nvPr/>
            </p:nvSpPr>
            <p:spPr>
              <a:xfrm rot="2700000">
                <a:off x="8748720" y="402480"/>
                <a:ext cx="719280" cy="711720"/>
              </a:xfrm>
              <a:custGeom>
                <a:avLst/>
                <a:gdLst>
                  <a:gd name="textAreaLeft" fmla="*/ 0 w 719280"/>
                  <a:gd name="textAreaRight" fmla="*/ 719640 w 719280"/>
                  <a:gd name="textAreaTop" fmla="*/ 0 h 711720"/>
                  <a:gd name="textAreaBottom" fmla="*/ 712080 h 71172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272;p6"/>
              <p:cNvSpPr/>
              <p:nvPr/>
            </p:nvSpPr>
            <p:spPr>
              <a:xfrm rot="2700000">
                <a:off x="8843040" y="630360"/>
                <a:ext cx="719280" cy="711720"/>
              </a:xfrm>
              <a:custGeom>
                <a:avLst/>
                <a:gdLst>
                  <a:gd name="textAreaLeft" fmla="*/ 0 w 719280"/>
                  <a:gd name="textAreaRight" fmla="*/ 719640 w 719280"/>
                  <a:gd name="textAreaTop" fmla="*/ 0 h 711720"/>
                  <a:gd name="textAreaBottom" fmla="*/ 712080 h 71172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9" name="Google Shape;273;p6"/>
              <p:cNvSpPr/>
              <p:nvPr/>
            </p:nvSpPr>
            <p:spPr>
              <a:xfrm rot="2700000">
                <a:off x="8937360" y="832680"/>
                <a:ext cx="719280" cy="711720"/>
              </a:xfrm>
              <a:custGeom>
                <a:avLst/>
                <a:gdLst>
                  <a:gd name="textAreaLeft" fmla="*/ 0 w 719280"/>
                  <a:gd name="textAreaRight" fmla="*/ 719640 w 719280"/>
                  <a:gd name="textAreaTop" fmla="*/ 0 h 711720"/>
                  <a:gd name="textAreaBottom" fmla="*/ 712080 h 71172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0" name="Google Shape;274;p6"/>
              <p:cNvSpPr/>
              <p:nvPr/>
            </p:nvSpPr>
            <p:spPr>
              <a:xfrm rot="2700000">
                <a:off x="9031320" y="1060920"/>
                <a:ext cx="719280" cy="711720"/>
              </a:xfrm>
              <a:custGeom>
                <a:avLst/>
                <a:gdLst>
                  <a:gd name="textAreaLeft" fmla="*/ 0 w 719280"/>
                  <a:gd name="textAreaRight" fmla="*/ 719640 w 719280"/>
                  <a:gd name="textAreaTop" fmla="*/ 0 h 711720"/>
                  <a:gd name="textAreaBottom" fmla="*/ 712080 h 71172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F5F8FF">
                      <a:alpha val="47000"/>
                    </a:srgbClr>
                  </a:gs>
                  <a:gs pos="22000">
                    <a:srgbClr val="F5F8FF">
                      <a:alpha val="47000"/>
                    </a:srgbClr>
                  </a:gs>
                  <a:gs pos="45000">
                    <a:srgbClr val="FFFFFF">
                      <a:alpha val="47000"/>
                    </a:srgbClr>
                  </a:gs>
                  <a:gs pos="100000">
                    <a:srgbClr val="0C0A9E">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01" name="Google Shape;275;p6"/>
            <p:cNvGrpSpPr/>
            <p:nvPr/>
          </p:nvGrpSpPr>
          <p:grpSpPr>
            <a:xfrm>
              <a:off x="8106840" y="158040"/>
              <a:ext cx="864360" cy="591120"/>
              <a:chOff x="8106840" y="158040"/>
              <a:chExt cx="864360" cy="591120"/>
            </a:xfrm>
          </p:grpSpPr>
          <p:grpSp>
            <p:nvGrpSpPr>
              <p:cNvPr id="1202" name="Google Shape;276;p6"/>
              <p:cNvGrpSpPr/>
              <p:nvPr/>
            </p:nvGrpSpPr>
            <p:grpSpPr>
              <a:xfrm>
                <a:off x="8380080" y="158040"/>
                <a:ext cx="591120" cy="591120"/>
                <a:chOff x="8380080" y="158040"/>
                <a:chExt cx="591120" cy="591120"/>
              </a:xfrm>
            </p:grpSpPr>
            <p:sp>
              <p:nvSpPr>
                <p:cNvPr id="1203" name="Google Shape;277;p6"/>
                <p:cNvSpPr/>
                <p:nvPr/>
              </p:nvSpPr>
              <p:spPr>
                <a:xfrm rot="13500000">
                  <a:off x="8462160" y="249120"/>
                  <a:ext cx="426960" cy="408960"/>
                </a:xfrm>
                <a:custGeom>
                  <a:avLst/>
                  <a:gdLst>
                    <a:gd name="textAreaLeft" fmla="*/ 0 w 426960"/>
                    <a:gd name="textAreaRight" fmla="*/ 427320 w 426960"/>
                    <a:gd name="textAreaTop" fmla="*/ 0 h 408960"/>
                    <a:gd name="textAreaBottom" fmla="*/ 409320 h 40896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04" name="Google Shape;278;p6"/>
                <p:cNvGrpSpPr/>
                <p:nvPr/>
              </p:nvGrpSpPr>
              <p:grpSpPr>
                <a:xfrm>
                  <a:off x="8437320" y="348120"/>
                  <a:ext cx="478800" cy="276480"/>
                  <a:chOff x="8437320" y="348120"/>
                  <a:chExt cx="478800" cy="276480"/>
                </a:xfrm>
              </p:grpSpPr>
              <p:sp>
                <p:nvSpPr>
                  <p:cNvPr id="1205" name="Google Shape;279;p6"/>
                  <p:cNvSpPr/>
                  <p:nvPr/>
                </p:nvSpPr>
                <p:spPr>
                  <a:xfrm rot="13500000">
                    <a:off x="8680680" y="3888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280;p6"/>
                  <p:cNvSpPr/>
                  <p:nvPr/>
                </p:nvSpPr>
                <p:spPr>
                  <a:xfrm rot="13500000">
                    <a:off x="8629920" y="38844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7" name="Google Shape;281;p6"/>
                  <p:cNvSpPr/>
                  <p:nvPr/>
                </p:nvSpPr>
                <p:spPr>
                  <a:xfrm rot="13500000">
                    <a:off x="8578800" y="3888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8" name="Google Shape;282;p6"/>
                  <p:cNvSpPr/>
                  <p:nvPr/>
                </p:nvSpPr>
                <p:spPr>
                  <a:xfrm rot="13500000">
                    <a:off x="8528400" y="3888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9" name="Google Shape;283;p6"/>
                  <p:cNvSpPr/>
                  <p:nvPr/>
                </p:nvSpPr>
                <p:spPr>
                  <a:xfrm rot="13500000">
                    <a:off x="8477640" y="38844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10" name="Google Shape;284;p6"/>
              <p:cNvSpPr/>
              <p:nvPr/>
            </p:nvSpPr>
            <p:spPr>
              <a:xfrm rot="8100000">
                <a:off x="8160480" y="332280"/>
                <a:ext cx="401400" cy="318600"/>
              </a:xfrm>
              <a:custGeom>
                <a:avLst/>
                <a:gdLst>
                  <a:gd name="textAreaLeft" fmla="*/ 0 w 401400"/>
                  <a:gd name="textAreaRight" fmla="*/ 401760 w 401400"/>
                  <a:gd name="textAreaTop" fmla="*/ 0 h 318600"/>
                  <a:gd name="textAreaBottom" fmla="*/ 318960 h 31860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11" name="Google Shape;285;p6"/>
            <p:cNvGrpSpPr/>
            <p:nvPr/>
          </p:nvGrpSpPr>
          <p:grpSpPr>
            <a:xfrm>
              <a:off x="8730000" y="88200"/>
              <a:ext cx="864360" cy="591120"/>
              <a:chOff x="8730000" y="88200"/>
              <a:chExt cx="864360" cy="591120"/>
            </a:xfrm>
          </p:grpSpPr>
          <p:grpSp>
            <p:nvGrpSpPr>
              <p:cNvPr id="1212" name="Google Shape;286;p6"/>
              <p:cNvGrpSpPr/>
              <p:nvPr/>
            </p:nvGrpSpPr>
            <p:grpSpPr>
              <a:xfrm>
                <a:off x="9003240" y="88200"/>
                <a:ext cx="591120" cy="591120"/>
                <a:chOff x="9003240" y="88200"/>
                <a:chExt cx="591120" cy="591120"/>
              </a:xfrm>
            </p:grpSpPr>
            <p:sp>
              <p:nvSpPr>
                <p:cNvPr id="1213" name="Google Shape;287;p6"/>
                <p:cNvSpPr/>
                <p:nvPr/>
              </p:nvSpPr>
              <p:spPr>
                <a:xfrm rot="13500000">
                  <a:off x="9085320" y="179280"/>
                  <a:ext cx="426960" cy="408960"/>
                </a:xfrm>
                <a:custGeom>
                  <a:avLst/>
                  <a:gdLst>
                    <a:gd name="textAreaLeft" fmla="*/ 0 w 426960"/>
                    <a:gd name="textAreaRight" fmla="*/ 427320 w 426960"/>
                    <a:gd name="textAreaTop" fmla="*/ 0 h 408960"/>
                    <a:gd name="textAreaBottom" fmla="*/ 409320 h 40896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14" name="Google Shape;288;p6"/>
                <p:cNvGrpSpPr/>
                <p:nvPr/>
              </p:nvGrpSpPr>
              <p:grpSpPr>
                <a:xfrm>
                  <a:off x="9060480" y="278280"/>
                  <a:ext cx="478800" cy="276480"/>
                  <a:chOff x="9060480" y="278280"/>
                  <a:chExt cx="478800" cy="276480"/>
                </a:xfrm>
              </p:grpSpPr>
              <p:sp>
                <p:nvSpPr>
                  <p:cNvPr id="1215" name="Google Shape;289;p6"/>
                  <p:cNvSpPr/>
                  <p:nvPr/>
                </p:nvSpPr>
                <p:spPr>
                  <a:xfrm rot="13500000">
                    <a:off x="9303840" y="31896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6" name="Google Shape;290;p6"/>
                  <p:cNvSpPr/>
                  <p:nvPr/>
                </p:nvSpPr>
                <p:spPr>
                  <a:xfrm rot="13500000">
                    <a:off x="9253080" y="318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7" name="Google Shape;291;p6"/>
                  <p:cNvSpPr/>
                  <p:nvPr/>
                </p:nvSpPr>
                <p:spPr>
                  <a:xfrm rot="13500000">
                    <a:off x="9201960" y="31896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8" name="Google Shape;292;p6"/>
                  <p:cNvSpPr/>
                  <p:nvPr/>
                </p:nvSpPr>
                <p:spPr>
                  <a:xfrm rot="13500000">
                    <a:off x="9151560" y="31896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9" name="Google Shape;293;p6"/>
                  <p:cNvSpPr/>
                  <p:nvPr/>
                </p:nvSpPr>
                <p:spPr>
                  <a:xfrm rot="13500000">
                    <a:off x="9100800" y="318600"/>
                    <a:ext cx="195120" cy="195120"/>
                  </a:xfrm>
                  <a:custGeom>
                    <a:avLst/>
                    <a:gdLst>
                      <a:gd name="textAreaLeft" fmla="*/ 0 w 195120"/>
                      <a:gd name="textAreaRight" fmla="*/ 195480 w 195120"/>
                      <a:gd name="textAreaTop" fmla="*/ 0 h 195120"/>
                      <a:gd name="textAreaBottom" fmla="*/ 195480 h 19512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20" name="Google Shape;294;p6"/>
              <p:cNvSpPr/>
              <p:nvPr/>
            </p:nvSpPr>
            <p:spPr>
              <a:xfrm rot="8100000">
                <a:off x="8783640" y="262440"/>
                <a:ext cx="401400" cy="318600"/>
              </a:xfrm>
              <a:custGeom>
                <a:avLst/>
                <a:gdLst>
                  <a:gd name="textAreaLeft" fmla="*/ 0 w 401400"/>
                  <a:gd name="textAreaRight" fmla="*/ 401760 w 401400"/>
                  <a:gd name="textAreaTop" fmla="*/ 0 h 318600"/>
                  <a:gd name="textAreaBottom" fmla="*/ 318960 h 31860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21" name="Google Shape;295;p6"/>
          <p:cNvGrpSpPr/>
          <p:nvPr/>
        </p:nvGrpSpPr>
        <p:grpSpPr>
          <a:xfrm>
            <a:off x="-1498680" y="3182400"/>
            <a:ext cx="4558320" cy="3357000"/>
            <a:chOff x="-1498680" y="3182400"/>
            <a:chExt cx="4558320" cy="3357000"/>
          </a:xfrm>
        </p:grpSpPr>
        <p:grpSp>
          <p:nvGrpSpPr>
            <p:cNvPr id="1222" name="Google Shape;296;p6"/>
            <p:cNvGrpSpPr/>
            <p:nvPr/>
          </p:nvGrpSpPr>
          <p:grpSpPr>
            <a:xfrm>
              <a:off x="-550440" y="3561840"/>
              <a:ext cx="1471680" cy="2977560"/>
              <a:chOff x="-550440" y="3561840"/>
              <a:chExt cx="1471680" cy="2977560"/>
            </a:xfrm>
          </p:grpSpPr>
          <p:sp>
            <p:nvSpPr>
              <p:cNvPr id="1223" name="Google Shape;297;p6"/>
              <p:cNvSpPr/>
              <p:nvPr/>
            </p:nvSpPr>
            <p:spPr>
              <a:xfrm rot="10800000">
                <a:off x="-550080" y="3561840"/>
                <a:ext cx="1266120" cy="2976840"/>
              </a:xfrm>
              <a:custGeom>
                <a:avLst/>
                <a:gdLst>
                  <a:gd name="textAreaLeft" fmla="*/ 0 w 1266120"/>
                  <a:gd name="textAreaRight" fmla="*/ 1266480 w 1266120"/>
                  <a:gd name="textAreaTop" fmla="*/ 0 h 2976840"/>
                  <a:gd name="textAreaBottom" fmla="*/ 2977200 h 29768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298;p6"/>
              <p:cNvSpPr/>
              <p:nvPr/>
            </p:nvSpPr>
            <p:spPr>
              <a:xfrm rot="10800000">
                <a:off x="-344520" y="3562560"/>
                <a:ext cx="1266120" cy="2976840"/>
              </a:xfrm>
              <a:custGeom>
                <a:avLst/>
                <a:gdLst>
                  <a:gd name="textAreaLeft" fmla="*/ 0 w 1266120"/>
                  <a:gd name="textAreaRight" fmla="*/ 1266480 w 1266120"/>
                  <a:gd name="textAreaTop" fmla="*/ 0 h 2976840"/>
                  <a:gd name="textAreaBottom" fmla="*/ 2977200 h 29768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25" name="Google Shape;299;p6"/>
            <p:cNvGrpSpPr/>
            <p:nvPr/>
          </p:nvGrpSpPr>
          <p:grpSpPr>
            <a:xfrm>
              <a:off x="409680" y="5116320"/>
              <a:ext cx="1048320" cy="717120"/>
              <a:chOff x="409680" y="5116320"/>
              <a:chExt cx="1048320" cy="717120"/>
            </a:xfrm>
          </p:grpSpPr>
          <p:grpSp>
            <p:nvGrpSpPr>
              <p:cNvPr id="1226" name="Google Shape;300;p6"/>
              <p:cNvGrpSpPr/>
              <p:nvPr/>
            </p:nvGrpSpPr>
            <p:grpSpPr>
              <a:xfrm>
                <a:off x="409680" y="5116320"/>
                <a:ext cx="717120" cy="717120"/>
                <a:chOff x="409680" y="5116320"/>
                <a:chExt cx="717120" cy="717120"/>
              </a:xfrm>
            </p:grpSpPr>
            <p:sp>
              <p:nvSpPr>
                <p:cNvPr id="1227" name="Google Shape;301;p6"/>
                <p:cNvSpPr/>
                <p:nvPr/>
              </p:nvSpPr>
              <p:spPr>
                <a:xfrm rot="2700000">
                  <a:off x="509040" y="5226480"/>
                  <a:ext cx="518040" cy="496080"/>
                </a:xfrm>
                <a:custGeom>
                  <a:avLst/>
                  <a:gdLst>
                    <a:gd name="textAreaLeft" fmla="*/ 0 w 518040"/>
                    <a:gd name="textAreaRight" fmla="*/ 518400 w 518040"/>
                    <a:gd name="textAreaTop" fmla="*/ 0 h 496080"/>
                    <a:gd name="textAreaBottom" fmla="*/ 496440 h 4960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28" name="Google Shape;302;p6"/>
                <p:cNvGrpSpPr/>
                <p:nvPr/>
              </p:nvGrpSpPr>
              <p:grpSpPr>
                <a:xfrm>
                  <a:off x="476280" y="5267520"/>
                  <a:ext cx="581040" cy="335160"/>
                  <a:chOff x="476280" y="5267520"/>
                  <a:chExt cx="581040" cy="335160"/>
                </a:xfrm>
              </p:grpSpPr>
              <p:sp>
                <p:nvSpPr>
                  <p:cNvPr id="1229" name="Google Shape;303;p6"/>
                  <p:cNvSpPr/>
                  <p:nvPr/>
                </p:nvSpPr>
                <p:spPr>
                  <a:xfrm rot="2700000">
                    <a:off x="525240" y="53164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304;p6"/>
                  <p:cNvSpPr/>
                  <p:nvPr/>
                </p:nvSpPr>
                <p:spPr>
                  <a:xfrm rot="2700000">
                    <a:off x="586800" y="53164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305;p6"/>
                  <p:cNvSpPr/>
                  <p:nvPr/>
                </p:nvSpPr>
                <p:spPr>
                  <a:xfrm rot="2700000">
                    <a:off x="648720" y="53164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306;p6"/>
                  <p:cNvSpPr/>
                  <p:nvPr/>
                </p:nvSpPr>
                <p:spPr>
                  <a:xfrm rot="2700000">
                    <a:off x="709920" y="53164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307;p6"/>
                  <p:cNvSpPr/>
                  <p:nvPr/>
                </p:nvSpPr>
                <p:spPr>
                  <a:xfrm rot="2700000">
                    <a:off x="771480" y="531648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34" name="Google Shape;308;p6"/>
              <p:cNvSpPr/>
              <p:nvPr/>
            </p:nvSpPr>
            <p:spPr>
              <a:xfrm rot="18900000">
                <a:off x="905760" y="5235120"/>
                <a:ext cx="486720" cy="386640"/>
              </a:xfrm>
              <a:custGeom>
                <a:avLst/>
                <a:gdLst>
                  <a:gd name="textAreaLeft" fmla="*/ 0 w 486720"/>
                  <a:gd name="textAreaRight" fmla="*/ 487080 w 486720"/>
                  <a:gd name="textAreaTop" fmla="*/ 0 h 386640"/>
                  <a:gd name="textAreaBottom" fmla="*/ 387000 h 38664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35" name="Google Shape;309;p6"/>
            <p:cNvGrpSpPr/>
            <p:nvPr/>
          </p:nvGrpSpPr>
          <p:grpSpPr>
            <a:xfrm>
              <a:off x="-493560" y="3182400"/>
              <a:ext cx="1570320" cy="2026440"/>
              <a:chOff x="-493560" y="3182400"/>
              <a:chExt cx="1570320" cy="2026440"/>
            </a:xfrm>
          </p:grpSpPr>
          <p:sp>
            <p:nvSpPr>
              <p:cNvPr id="1236" name="Google Shape;310;p6"/>
              <p:cNvSpPr/>
              <p:nvPr/>
            </p:nvSpPr>
            <p:spPr>
              <a:xfrm rot="2700000">
                <a:off x="-315720" y="3364200"/>
                <a:ext cx="872640" cy="863280"/>
              </a:xfrm>
              <a:custGeom>
                <a:avLst/>
                <a:gdLst>
                  <a:gd name="textAreaLeft" fmla="*/ 0 w 872640"/>
                  <a:gd name="textAreaRight" fmla="*/ 873000 w 872640"/>
                  <a:gd name="textAreaTop" fmla="*/ 0 h 863280"/>
                  <a:gd name="textAreaBottom" fmla="*/ 863640 h 86328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7" name="Google Shape;311;p6"/>
              <p:cNvSpPr/>
              <p:nvPr/>
            </p:nvSpPr>
            <p:spPr>
              <a:xfrm rot="2700000">
                <a:off x="-201600" y="3640680"/>
                <a:ext cx="872640" cy="863280"/>
              </a:xfrm>
              <a:custGeom>
                <a:avLst/>
                <a:gdLst>
                  <a:gd name="textAreaLeft" fmla="*/ 0 w 872640"/>
                  <a:gd name="textAreaRight" fmla="*/ 873000 w 872640"/>
                  <a:gd name="textAreaTop" fmla="*/ 0 h 863280"/>
                  <a:gd name="textAreaBottom" fmla="*/ 863640 h 86328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8" name="Google Shape;312;p6"/>
              <p:cNvSpPr/>
              <p:nvPr/>
            </p:nvSpPr>
            <p:spPr>
              <a:xfrm rot="2700000">
                <a:off x="-87120" y="3886560"/>
                <a:ext cx="872640" cy="863280"/>
              </a:xfrm>
              <a:custGeom>
                <a:avLst/>
                <a:gdLst>
                  <a:gd name="textAreaLeft" fmla="*/ 0 w 872640"/>
                  <a:gd name="textAreaRight" fmla="*/ 873000 w 872640"/>
                  <a:gd name="textAreaTop" fmla="*/ 0 h 863280"/>
                  <a:gd name="textAreaBottom" fmla="*/ 863640 h 86328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9" name="Google Shape;313;p6"/>
              <p:cNvSpPr/>
              <p:nvPr/>
            </p:nvSpPr>
            <p:spPr>
              <a:xfrm rot="2700000">
                <a:off x="26640" y="4163040"/>
                <a:ext cx="872640" cy="863280"/>
              </a:xfrm>
              <a:custGeom>
                <a:avLst/>
                <a:gdLst>
                  <a:gd name="textAreaLeft" fmla="*/ 0 w 872640"/>
                  <a:gd name="textAreaRight" fmla="*/ 873000 w 872640"/>
                  <a:gd name="textAreaTop" fmla="*/ 0 h 863280"/>
                  <a:gd name="textAreaBottom" fmla="*/ 863640 h 86328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40" name="Google Shape;314;p6"/>
            <p:cNvGrpSpPr/>
            <p:nvPr/>
          </p:nvGrpSpPr>
          <p:grpSpPr>
            <a:xfrm>
              <a:off x="523080" y="4607280"/>
              <a:ext cx="1048320" cy="717120"/>
              <a:chOff x="523080" y="4607280"/>
              <a:chExt cx="1048320" cy="717120"/>
            </a:xfrm>
          </p:grpSpPr>
          <p:grpSp>
            <p:nvGrpSpPr>
              <p:cNvPr id="1241" name="Google Shape;315;p6"/>
              <p:cNvGrpSpPr/>
              <p:nvPr/>
            </p:nvGrpSpPr>
            <p:grpSpPr>
              <a:xfrm>
                <a:off x="523080" y="4607280"/>
                <a:ext cx="717120" cy="717120"/>
                <a:chOff x="523080" y="4607280"/>
                <a:chExt cx="717120" cy="717120"/>
              </a:xfrm>
            </p:grpSpPr>
            <p:sp>
              <p:nvSpPr>
                <p:cNvPr id="1242" name="Google Shape;316;p6"/>
                <p:cNvSpPr/>
                <p:nvPr/>
              </p:nvSpPr>
              <p:spPr>
                <a:xfrm rot="2700000">
                  <a:off x="622440" y="4717440"/>
                  <a:ext cx="518040" cy="496080"/>
                </a:xfrm>
                <a:custGeom>
                  <a:avLst/>
                  <a:gdLst>
                    <a:gd name="textAreaLeft" fmla="*/ 0 w 518040"/>
                    <a:gd name="textAreaRight" fmla="*/ 518400 w 518040"/>
                    <a:gd name="textAreaTop" fmla="*/ 0 h 496080"/>
                    <a:gd name="textAreaBottom" fmla="*/ 496440 h 4960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43" name="Google Shape;317;p6"/>
                <p:cNvGrpSpPr/>
                <p:nvPr/>
              </p:nvGrpSpPr>
              <p:grpSpPr>
                <a:xfrm>
                  <a:off x="590040" y="4758480"/>
                  <a:ext cx="581040" cy="335160"/>
                  <a:chOff x="590040" y="4758480"/>
                  <a:chExt cx="581040" cy="335160"/>
                </a:xfrm>
              </p:grpSpPr>
              <p:sp>
                <p:nvSpPr>
                  <p:cNvPr id="1244" name="Google Shape;318;p6"/>
                  <p:cNvSpPr/>
                  <p:nvPr/>
                </p:nvSpPr>
                <p:spPr>
                  <a:xfrm rot="2700000">
                    <a:off x="639000" y="48074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5" name="Google Shape;319;p6"/>
                  <p:cNvSpPr/>
                  <p:nvPr/>
                </p:nvSpPr>
                <p:spPr>
                  <a:xfrm rot="2700000">
                    <a:off x="700560" y="48074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6" name="Google Shape;320;p6"/>
                  <p:cNvSpPr/>
                  <p:nvPr/>
                </p:nvSpPr>
                <p:spPr>
                  <a:xfrm rot="2700000">
                    <a:off x="762120" y="48074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7" name="Google Shape;321;p6"/>
                  <p:cNvSpPr/>
                  <p:nvPr/>
                </p:nvSpPr>
                <p:spPr>
                  <a:xfrm rot="2700000">
                    <a:off x="823680" y="48074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8" name="Google Shape;322;p6"/>
                  <p:cNvSpPr/>
                  <p:nvPr/>
                </p:nvSpPr>
                <p:spPr>
                  <a:xfrm rot="2700000">
                    <a:off x="885240" y="48074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49" name="Google Shape;323;p6"/>
              <p:cNvSpPr/>
              <p:nvPr/>
            </p:nvSpPr>
            <p:spPr>
              <a:xfrm rot="18900000">
                <a:off x="1019160" y="4726080"/>
                <a:ext cx="486720" cy="386640"/>
              </a:xfrm>
              <a:custGeom>
                <a:avLst/>
                <a:gdLst>
                  <a:gd name="textAreaLeft" fmla="*/ 0 w 486720"/>
                  <a:gd name="textAreaRight" fmla="*/ 487080 w 486720"/>
                  <a:gd name="textAreaTop" fmla="*/ 0 h 386640"/>
                  <a:gd name="textAreaBottom" fmla="*/ 387000 h 38664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50" name="Google Shape;324;p6"/>
            <p:cNvGrpSpPr/>
            <p:nvPr/>
          </p:nvGrpSpPr>
          <p:grpSpPr>
            <a:xfrm>
              <a:off x="-232560" y="4691880"/>
              <a:ext cx="1048320" cy="717120"/>
              <a:chOff x="-232560" y="4691880"/>
              <a:chExt cx="1048320" cy="717120"/>
            </a:xfrm>
          </p:grpSpPr>
          <p:grpSp>
            <p:nvGrpSpPr>
              <p:cNvPr id="1251" name="Google Shape;325;p6"/>
              <p:cNvGrpSpPr/>
              <p:nvPr/>
            </p:nvGrpSpPr>
            <p:grpSpPr>
              <a:xfrm>
                <a:off x="-232560" y="4691880"/>
                <a:ext cx="717120" cy="717120"/>
                <a:chOff x="-232560" y="4691880"/>
                <a:chExt cx="717120" cy="717120"/>
              </a:xfrm>
            </p:grpSpPr>
            <p:sp>
              <p:nvSpPr>
                <p:cNvPr id="1252" name="Google Shape;326;p6"/>
                <p:cNvSpPr/>
                <p:nvPr/>
              </p:nvSpPr>
              <p:spPr>
                <a:xfrm rot="2700000">
                  <a:off x="-132840" y="4802040"/>
                  <a:ext cx="518040" cy="496080"/>
                </a:xfrm>
                <a:custGeom>
                  <a:avLst/>
                  <a:gdLst>
                    <a:gd name="textAreaLeft" fmla="*/ 0 w 518040"/>
                    <a:gd name="textAreaRight" fmla="*/ 518400 w 518040"/>
                    <a:gd name="textAreaTop" fmla="*/ 0 h 496080"/>
                    <a:gd name="textAreaBottom" fmla="*/ 496440 h 4960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53" name="Google Shape;327;p6"/>
                <p:cNvGrpSpPr/>
                <p:nvPr/>
              </p:nvGrpSpPr>
              <p:grpSpPr>
                <a:xfrm>
                  <a:off x="-165960" y="4843080"/>
                  <a:ext cx="581040" cy="335160"/>
                  <a:chOff x="-165960" y="4843080"/>
                  <a:chExt cx="581040" cy="335160"/>
                </a:xfrm>
              </p:grpSpPr>
              <p:sp>
                <p:nvSpPr>
                  <p:cNvPr id="1254" name="Google Shape;328;p6"/>
                  <p:cNvSpPr/>
                  <p:nvPr/>
                </p:nvSpPr>
                <p:spPr>
                  <a:xfrm rot="2700000">
                    <a:off x="-117000" y="48920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329;p6"/>
                  <p:cNvSpPr/>
                  <p:nvPr/>
                </p:nvSpPr>
                <p:spPr>
                  <a:xfrm rot="2700000">
                    <a:off x="-55440" y="48920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6" name="Google Shape;330;p6"/>
                  <p:cNvSpPr/>
                  <p:nvPr/>
                </p:nvSpPr>
                <p:spPr>
                  <a:xfrm rot="2700000">
                    <a:off x="6120" y="48920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7" name="Google Shape;331;p6"/>
                  <p:cNvSpPr/>
                  <p:nvPr/>
                </p:nvSpPr>
                <p:spPr>
                  <a:xfrm rot="2700000">
                    <a:off x="67320" y="48920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8" name="Google Shape;332;p6"/>
                  <p:cNvSpPr/>
                  <p:nvPr/>
                </p:nvSpPr>
                <p:spPr>
                  <a:xfrm rot="2700000">
                    <a:off x="128880" y="4892040"/>
                    <a:ext cx="236880" cy="236880"/>
                  </a:xfrm>
                  <a:custGeom>
                    <a:avLst/>
                    <a:gdLst>
                      <a:gd name="textAreaLeft" fmla="*/ 0 w 236880"/>
                      <a:gd name="textAreaRight" fmla="*/ 237240 w 236880"/>
                      <a:gd name="textAreaTop" fmla="*/ 0 h 236880"/>
                      <a:gd name="textAreaBottom" fmla="*/ 237240 h 2368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59" name="Google Shape;333;p6"/>
              <p:cNvSpPr/>
              <p:nvPr/>
            </p:nvSpPr>
            <p:spPr>
              <a:xfrm rot="18900000">
                <a:off x="263520" y="4810680"/>
                <a:ext cx="486720" cy="386640"/>
              </a:xfrm>
              <a:custGeom>
                <a:avLst/>
                <a:gdLst>
                  <a:gd name="textAreaLeft" fmla="*/ 0 w 486720"/>
                  <a:gd name="textAreaRight" fmla="*/ 487080 w 486720"/>
                  <a:gd name="textAreaTop" fmla="*/ 0 h 386640"/>
                  <a:gd name="textAreaBottom" fmla="*/ 387000 h 38664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60" name="Google Shape;334;p6"/>
            <p:cNvGrpSpPr/>
            <p:nvPr/>
          </p:nvGrpSpPr>
          <p:grpSpPr>
            <a:xfrm>
              <a:off x="-1498680" y="4898880"/>
              <a:ext cx="4558320" cy="133920"/>
              <a:chOff x="-1498680" y="4898880"/>
              <a:chExt cx="4558320" cy="133920"/>
            </a:xfrm>
          </p:grpSpPr>
          <p:sp>
            <p:nvSpPr>
              <p:cNvPr id="1261" name="Google Shape;335;p6"/>
              <p:cNvSpPr/>
              <p:nvPr/>
            </p:nvSpPr>
            <p:spPr>
              <a:xfrm>
                <a:off x="2925720" y="48988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262" name="Google Shape;336;p6"/>
              <p:cNvCxnSpPr/>
              <p:nvPr/>
            </p:nvCxnSpPr>
            <p:spPr>
              <a:xfrm>
                <a:off x="-1498680" y="4965840"/>
                <a:ext cx="4462560" cy="360"/>
              </a:xfrm>
              <a:prstGeom prst="straightConnector1">
                <a:avLst/>
              </a:prstGeom>
              <a:ln w="9525">
                <a:solidFill>
                  <a:srgbClr val="0C0A9E"/>
                </a:solidFill>
                <a:round/>
              </a:ln>
            </p:spPr>
          </p:cxnSp>
          <p:sp>
            <p:nvSpPr>
              <p:cNvPr id="1263" name="Google Shape;337;p6"/>
              <p:cNvSpPr/>
              <p:nvPr/>
            </p:nvSpPr>
            <p:spPr>
              <a:xfrm>
                <a:off x="2955960" y="49291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2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265" name="Google Shape;341;p7"/>
          <p:cNvGrpSpPr/>
          <p:nvPr/>
        </p:nvGrpSpPr>
        <p:grpSpPr>
          <a:xfrm>
            <a:off x="8934840" y="3943440"/>
            <a:ext cx="438840" cy="438840"/>
            <a:chOff x="8934840" y="3943440"/>
            <a:chExt cx="438840" cy="438840"/>
          </a:xfrm>
        </p:grpSpPr>
        <p:sp>
          <p:nvSpPr>
            <p:cNvPr id="1266" name="Google Shape;342;p7"/>
            <p:cNvSpPr/>
            <p:nvPr/>
          </p:nvSpPr>
          <p:spPr>
            <a:xfrm>
              <a:off x="8934840" y="39434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7" name="Google Shape;343;p7"/>
            <p:cNvSpPr/>
            <p:nvPr/>
          </p:nvSpPr>
          <p:spPr>
            <a:xfrm>
              <a:off x="9023040" y="404352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68" name="Google Shape;344;p7"/>
          <p:cNvGrpSpPr/>
          <p:nvPr/>
        </p:nvGrpSpPr>
        <p:grpSpPr>
          <a:xfrm>
            <a:off x="5481720" y="-3117240"/>
            <a:ext cx="5953320" cy="6141960"/>
            <a:chOff x="5481720" y="-3117240"/>
            <a:chExt cx="5953320" cy="6141960"/>
          </a:xfrm>
        </p:grpSpPr>
        <p:sp>
          <p:nvSpPr>
            <p:cNvPr id="1269" name="Google Shape;345;p7"/>
            <p:cNvSpPr/>
            <p:nvPr/>
          </p:nvSpPr>
          <p:spPr>
            <a:xfrm rot="18900000">
              <a:off x="6829560" y="-24588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0" name="Google Shape;346;p7"/>
            <p:cNvSpPr/>
            <p:nvPr/>
          </p:nvSpPr>
          <p:spPr>
            <a:xfrm rot="18900000">
              <a:off x="6933960" y="-275184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40000">
                  <a:srgbClr val="FF9900">
                    <a:alpha val="41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71" name="Google Shape;347;p7"/>
            <p:cNvGrpSpPr/>
            <p:nvPr/>
          </p:nvGrpSpPr>
          <p:grpSpPr>
            <a:xfrm>
              <a:off x="5862600" y="33480"/>
              <a:ext cx="4558680" cy="133920"/>
              <a:chOff x="5862600" y="33480"/>
              <a:chExt cx="4558680" cy="133920"/>
            </a:xfrm>
          </p:grpSpPr>
          <p:sp>
            <p:nvSpPr>
              <p:cNvPr id="1272" name="Google Shape;348;p7"/>
              <p:cNvSpPr/>
              <p:nvPr/>
            </p:nvSpPr>
            <p:spPr>
              <a:xfrm rot="10800000">
                <a:off x="5862600" y="334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273" name="Google Shape;349;p7"/>
              <p:cNvCxnSpPr/>
              <p:nvPr/>
            </p:nvCxnSpPr>
            <p:spPr>
              <a:xfrm flipH="1">
                <a:off x="5958360" y="100080"/>
                <a:ext cx="4463280" cy="360"/>
              </a:xfrm>
              <a:prstGeom prst="straightConnector1">
                <a:avLst/>
              </a:prstGeom>
              <a:ln w="9525">
                <a:solidFill>
                  <a:srgbClr val="0C0A9E"/>
                </a:solidFill>
                <a:round/>
              </a:ln>
            </p:spPr>
          </p:cxnSp>
          <p:sp>
            <p:nvSpPr>
              <p:cNvPr id="1274" name="Google Shape;350;p7"/>
              <p:cNvSpPr/>
              <p:nvPr/>
            </p:nvSpPr>
            <p:spPr>
              <a:xfrm rot="10800000">
                <a:off x="5893200" y="637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275" name="Google Shape;351;p7"/>
          <p:cNvGrpSpPr/>
          <p:nvPr/>
        </p:nvGrpSpPr>
        <p:grpSpPr>
          <a:xfrm>
            <a:off x="-502920" y="3987000"/>
            <a:ext cx="5248440" cy="2991960"/>
            <a:chOff x="-502920" y="3987000"/>
            <a:chExt cx="5248440" cy="2991960"/>
          </a:xfrm>
        </p:grpSpPr>
        <p:pic>
          <p:nvPicPr>
            <p:cNvPr id="1276" name="Google Shape;352;p7"/>
            <p:cNvPicPr/>
            <p:nvPr/>
          </p:nvPicPr>
          <p:blipFill>
            <a:blip r:embed="rId2"/>
            <a:srcRect l="16959" t="24713" r="7122" b="26173"/>
            <a:stretch/>
          </p:blipFill>
          <p:spPr>
            <a:xfrm flipH="1">
              <a:off x="-502920" y="3987000"/>
              <a:ext cx="3920040" cy="2991960"/>
            </a:xfrm>
            <a:prstGeom prst="rect">
              <a:avLst/>
            </a:prstGeom>
            <a:noFill/>
            <a:ln w="0">
              <a:noFill/>
            </a:ln>
          </p:spPr>
        </p:pic>
        <p:sp>
          <p:nvSpPr>
            <p:cNvPr id="1277" name="Google Shape;353;p7"/>
            <p:cNvSpPr/>
            <p:nvPr/>
          </p:nvSpPr>
          <p:spPr>
            <a:xfrm flipH="1">
              <a:off x="3542040" y="5223960"/>
              <a:ext cx="581760" cy="556920"/>
            </a:xfrm>
            <a:custGeom>
              <a:avLst/>
              <a:gdLst>
                <a:gd name="textAreaLeft" fmla="*/ 360 w 581760"/>
                <a:gd name="textAreaRight" fmla="*/ 58248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8" name="Google Shape;354;p7"/>
            <p:cNvSpPr/>
            <p:nvPr/>
          </p:nvSpPr>
          <p:spPr>
            <a:xfrm flipH="1">
              <a:off x="3205440" y="5280480"/>
              <a:ext cx="339840" cy="325440"/>
            </a:xfrm>
            <a:custGeom>
              <a:avLst/>
              <a:gdLst>
                <a:gd name="textAreaLeft" fmla="*/ 360 w 339840"/>
                <a:gd name="textAreaRight" fmla="*/ 34056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9" name="Google Shape;355;p7"/>
            <p:cNvSpPr/>
            <p:nvPr/>
          </p:nvSpPr>
          <p:spPr>
            <a:xfrm flipH="1">
              <a:off x="3084480" y="5514120"/>
              <a:ext cx="581760" cy="556920"/>
            </a:xfrm>
            <a:custGeom>
              <a:avLst/>
              <a:gdLst>
                <a:gd name="textAreaLeft" fmla="*/ 360 w 581760"/>
                <a:gd name="textAreaRight" fmla="*/ 58248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0" name="Google Shape;356;p7"/>
            <p:cNvSpPr/>
            <p:nvPr/>
          </p:nvSpPr>
          <p:spPr>
            <a:xfrm flipH="1">
              <a:off x="2606040" y="5164560"/>
              <a:ext cx="581760" cy="556920"/>
            </a:xfrm>
            <a:custGeom>
              <a:avLst/>
              <a:gdLst>
                <a:gd name="textAreaLeft" fmla="*/ 360 w 581760"/>
                <a:gd name="textAreaRight" fmla="*/ 58248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1" name="Google Shape;357;p7"/>
            <p:cNvSpPr/>
            <p:nvPr/>
          </p:nvSpPr>
          <p:spPr>
            <a:xfrm rot="16200000" flipH="1">
              <a:off x="2618280" y="3689640"/>
              <a:ext cx="1420560" cy="2832840"/>
            </a:xfrm>
            <a:custGeom>
              <a:avLst/>
              <a:gdLst>
                <a:gd name="textAreaLeft" fmla="*/ 360 w 1420560"/>
                <a:gd name="textAreaRight" fmla="*/ 142128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82" name="Google Shape;358;p7"/>
            <p:cNvGrpSpPr/>
            <p:nvPr/>
          </p:nvGrpSpPr>
          <p:grpSpPr>
            <a:xfrm>
              <a:off x="3588480" y="4943160"/>
              <a:ext cx="161640" cy="161640"/>
              <a:chOff x="3588480" y="4943160"/>
              <a:chExt cx="161640" cy="161640"/>
            </a:xfrm>
          </p:grpSpPr>
          <p:sp>
            <p:nvSpPr>
              <p:cNvPr id="1283" name="Google Shape;359;p7"/>
              <p:cNvSpPr/>
              <p:nvPr/>
            </p:nvSpPr>
            <p:spPr>
              <a:xfrm flipH="1">
                <a:off x="3588120" y="49431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360;p7"/>
              <p:cNvSpPr/>
              <p:nvPr/>
            </p:nvSpPr>
            <p:spPr>
              <a:xfrm flipH="1">
                <a:off x="3621240" y="4979880"/>
                <a:ext cx="96480" cy="88200"/>
              </a:xfrm>
              <a:custGeom>
                <a:avLst/>
                <a:gdLst>
                  <a:gd name="textAreaLeft" fmla="*/ 360 w 96480"/>
                  <a:gd name="textAreaRight" fmla="*/ 9720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85" name="Google Shape;361;p7"/>
            <p:cNvGrpSpPr/>
            <p:nvPr/>
          </p:nvGrpSpPr>
          <p:grpSpPr>
            <a:xfrm>
              <a:off x="2206440" y="5361120"/>
              <a:ext cx="161640" cy="161640"/>
              <a:chOff x="2206440" y="5361120"/>
              <a:chExt cx="161640" cy="161640"/>
            </a:xfrm>
          </p:grpSpPr>
          <p:sp>
            <p:nvSpPr>
              <p:cNvPr id="1286" name="Google Shape;362;p7"/>
              <p:cNvSpPr/>
              <p:nvPr/>
            </p:nvSpPr>
            <p:spPr>
              <a:xfrm flipV="1">
                <a:off x="2206440" y="5360760"/>
                <a:ext cx="161640" cy="161640"/>
              </a:xfrm>
              <a:custGeom>
                <a:avLst/>
                <a:gdLst>
                  <a:gd name="textAreaLeft" fmla="*/ 0 w 161640"/>
                  <a:gd name="textAreaRight" fmla="*/ 162000 w 161640"/>
                  <a:gd name="textAreaTop" fmla="*/ -360 h 161640"/>
                  <a:gd name="textAreaBottom" fmla="*/ 16164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363;p7"/>
              <p:cNvSpPr/>
              <p:nvPr/>
            </p:nvSpPr>
            <p:spPr>
              <a:xfrm flipV="1">
                <a:off x="2238840" y="5397480"/>
                <a:ext cx="96480" cy="88200"/>
              </a:xfrm>
              <a:custGeom>
                <a:avLst/>
                <a:gdLst>
                  <a:gd name="textAreaLeft" fmla="*/ 0 w 96480"/>
                  <a:gd name="textAreaRight" fmla="*/ 96840 w 96480"/>
                  <a:gd name="textAreaTop" fmla="*/ -360 h 88200"/>
                  <a:gd name="textAreaBottom" fmla="*/ 8820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288" name="PlaceHolder 1"/>
          <p:cNvSpPr>
            <a:spLocks noGrp="1"/>
          </p:cNvSpPr>
          <p:nvPr>
            <p:ph type="title"/>
          </p:nvPr>
        </p:nvSpPr>
        <p:spPr>
          <a:xfrm>
            <a:off x="713160" y="2122560"/>
            <a:ext cx="7297200" cy="9097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1289" name="Google Shape;366;p8"/>
          <p:cNvGrpSpPr/>
          <p:nvPr/>
        </p:nvGrpSpPr>
        <p:grpSpPr>
          <a:xfrm>
            <a:off x="6475680" y="-1541520"/>
            <a:ext cx="2583360" cy="2409120"/>
            <a:chOff x="6475680" y="-1541520"/>
            <a:chExt cx="2583360" cy="2409120"/>
          </a:xfrm>
        </p:grpSpPr>
        <p:grpSp>
          <p:nvGrpSpPr>
            <p:cNvPr id="1290" name="Google Shape;367;p8"/>
            <p:cNvGrpSpPr/>
            <p:nvPr/>
          </p:nvGrpSpPr>
          <p:grpSpPr>
            <a:xfrm>
              <a:off x="6475680" y="-1541520"/>
              <a:ext cx="939600" cy="2133000"/>
              <a:chOff x="6475680" y="-1541520"/>
              <a:chExt cx="939600" cy="2133000"/>
            </a:xfrm>
          </p:grpSpPr>
          <p:sp>
            <p:nvSpPr>
              <p:cNvPr id="1291" name="Google Shape;368;p8"/>
              <p:cNvSpPr/>
              <p:nvPr/>
            </p:nvSpPr>
            <p:spPr>
              <a:xfrm>
                <a:off x="6475680" y="-154152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369;p8"/>
              <p:cNvSpPr/>
              <p:nvPr/>
            </p:nvSpPr>
            <p:spPr>
              <a:xfrm>
                <a:off x="6728400" y="-1179360"/>
                <a:ext cx="686880" cy="1770840"/>
              </a:xfrm>
              <a:custGeom>
                <a:avLst/>
                <a:gdLst>
                  <a:gd name="textAreaLeft" fmla="*/ 0 w 686880"/>
                  <a:gd name="textAreaRight" fmla="*/ 687240 w 686880"/>
                  <a:gd name="textAreaTop" fmla="*/ 0 h 1770840"/>
                  <a:gd name="textAreaBottom" fmla="*/ 1771200 h 177084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93" name="Google Shape;370;p8"/>
            <p:cNvSpPr/>
            <p:nvPr/>
          </p:nvSpPr>
          <p:spPr>
            <a:xfrm rot="5400000">
              <a:off x="7783200" y="-77040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4" name="Google Shape;371;p8"/>
            <p:cNvSpPr/>
            <p:nvPr/>
          </p:nvSpPr>
          <p:spPr>
            <a:xfrm rot="5400000">
              <a:off x="7617600" y="-361080"/>
              <a:ext cx="686880" cy="1770840"/>
            </a:xfrm>
            <a:custGeom>
              <a:avLst/>
              <a:gdLst>
                <a:gd name="textAreaLeft" fmla="*/ 0 w 686880"/>
                <a:gd name="textAreaRight" fmla="*/ 687240 w 686880"/>
                <a:gd name="textAreaTop" fmla="*/ 0 h 1770840"/>
                <a:gd name="textAreaBottom" fmla="*/ 1771200 h 177084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95" name="Google Shape;372;p8"/>
            <p:cNvGrpSpPr/>
            <p:nvPr/>
          </p:nvGrpSpPr>
          <p:grpSpPr>
            <a:xfrm>
              <a:off x="7741800" y="-258480"/>
              <a:ext cx="438840" cy="438840"/>
              <a:chOff x="7741800" y="-258480"/>
              <a:chExt cx="438840" cy="438840"/>
            </a:xfrm>
          </p:grpSpPr>
          <p:sp>
            <p:nvSpPr>
              <p:cNvPr id="1296" name="Google Shape;373;p8"/>
              <p:cNvSpPr/>
              <p:nvPr/>
            </p:nvSpPr>
            <p:spPr>
              <a:xfrm>
                <a:off x="7741800" y="-2584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374;p8"/>
              <p:cNvSpPr/>
              <p:nvPr/>
            </p:nvSpPr>
            <p:spPr>
              <a:xfrm>
                <a:off x="7830000" y="-15840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298" name="PlaceHolder 1"/>
          <p:cNvSpPr>
            <a:spLocks noGrp="1"/>
          </p:cNvSpPr>
          <p:nvPr>
            <p:ph type="title"/>
          </p:nvPr>
        </p:nvSpPr>
        <p:spPr>
          <a:xfrm>
            <a:off x="720000" y="479880"/>
            <a:ext cx="3144960" cy="184320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299" name="PlaceHolder 2"/>
          <p:cNvSpPr>
            <a:spLocks noGrp="1"/>
          </p:cNvSpPr>
          <p:nvPr>
            <p:ph type="body"/>
          </p:nvPr>
        </p:nvSpPr>
        <p:spPr>
          <a:xfrm>
            <a:off x="4135680" y="539640"/>
            <a:ext cx="4294800" cy="40687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300" name="Google Shape;379;p9"/>
          <p:cNvGrpSpPr/>
          <p:nvPr/>
        </p:nvGrpSpPr>
        <p:grpSpPr>
          <a:xfrm>
            <a:off x="-2393640" y="-1635480"/>
            <a:ext cx="4710600" cy="5344200"/>
            <a:chOff x="-2393640" y="-1635480"/>
            <a:chExt cx="4710600" cy="5344200"/>
          </a:xfrm>
        </p:grpSpPr>
        <p:pic>
          <p:nvPicPr>
            <p:cNvPr id="1301" name="Google Shape;380;p9"/>
            <p:cNvPicPr/>
            <p:nvPr/>
          </p:nvPicPr>
          <p:blipFill>
            <a:blip r:embed="rId2"/>
            <a:srcRect l="16959" t="24713" r="7122" b="26173"/>
            <a:stretch/>
          </p:blipFill>
          <p:spPr>
            <a:xfrm>
              <a:off x="-2393640" y="-1635480"/>
              <a:ext cx="3920040" cy="2991960"/>
            </a:xfrm>
            <a:prstGeom prst="rect">
              <a:avLst/>
            </a:prstGeom>
            <a:noFill/>
            <a:ln w="0">
              <a:noFill/>
            </a:ln>
          </p:spPr>
        </p:pic>
        <p:grpSp>
          <p:nvGrpSpPr>
            <p:cNvPr id="1302" name="Google Shape;381;p9"/>
            <p:cNvGrpSpPr/>
            <p:nvPr/>
          </p:nvGrpSpPr>
          <p:grpSpPr>
            <a:xfrm>
              <a:off x="-1398960" y="-1410120"/>
              <a:ext cx="3152880" cy="5118840"/>
              <a:chOff x="-1398960" y="-1410120"/>
              <a:chExt cx="3152880" cy="5118840"/>
            </a:xfrm>
          </p:grpSpPr>
          <p:sp>
            <p:nvSpPr>
              <p:cNvPr id="1303" name="Google Shape;382;p9"/>
              <p:cNvSpPr/>
              <p:nvPr/>
            </p:nvSpPr>
            <p:spPr>
              <a:xfrm>
                <a:off x="-1398960" y="-14101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04" name="Google Shape;383;p9"/>
              <p:cNvGrpSpPr/>
              <p:nvPr/>
            </p:nvGrpSpPr>
            <p:grpSpPr>
              <a:xfrm>
                <a:off x="629280" y="217080"/>
                <a:ext cx="133560" cy="133560"/>
                <a:chOff x="629280" y="217080"/>
                <a:chExt cx="133560" cy="133560"/>
              </a:xfrm>
            </p:grpSpPr>
            <p:sp>
              <p:nvSpPr>
                <p:cNvPr id="1305" name="Google Shape;384;p9"/>
                <p:cNvSpPr/>
                <p:nvPr/>
              </p:nvSpPr>
              <p:spPr>
                <a:xfrm>
                  <a:off x="629280" y="21708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385;p9"/>
                <p:cNvSpPr/>
                <p:nvPr/>
              </p:nvSpPr>
              <p:spPr>
                <a:xfrm>
                  <a:off x="648360" y="23580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07" name="Google Shape;386;p9"/>
              <p:cNvGrpSpPr/>
              <p:nvPr/>
            </p:nvGrpSpPr>
            <p:grpSpPr>
              <a:xfrm>
                <a:off x="-363960" y="903240"/>
                <a:ext cx="133560" cy="133560"/>
                <a:chOff x="-363960" y="903240"/>
                <a:chExt cx="133560" cy="133560"/>
              </a:xfrm>
            </p:grpSpPr>
            <p:sp>
              <p:nvSpPr>
                <p:cNvPr id="1308" name="Google Shape;387;p9"/>
                <p:cNvSpPr/>
                <p:nvPr/>
              </p:nvSpPr>
              <p:spPr>
                <a:xfrm>
                  <a:off x="-363960" y="9032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388;p9"/>
                <p:cNvSpPr/>
                <p:nvPr/>
              </p:nvSpPr>
              <p:spPr>
                <a:xfrm>
                  <a:off x="-345240" y="9223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10" name="Google Shape;389;p9"/>
              <p:cNvGrpSpPr/>
              <p:nvPr/>
            </p:nvGrpSpPr>
            <p:grpSpPr>
              <a:xfrm>
                <a:off x="20160" y="1276920"/>
                <a:ext cx="133560" cy="133560"/>
                <a:chOff x="20160" y="1276920"/>
                <a:chExt cx="133560" cy="133560"/>
              </a:xfrm>
            </p:grpSpPr>
            <p:sp>
              <p:nvSpPr>
                <p:cNvPr id="1311" name="Google Shape;390;p9"/>
                <p:cNvSpPr/>
                <p:nvPr/>
              </p:nvSpPr>
              <p:spPr>
                <a:xfrm>
                  <a:off x="20160" y="12769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391;p9"/>
                <p:cNvSpPr/>
                <p:nvPr/>
              </p:nvSpPr>
              <p:spPr>
                <a:xfrm>
                  <a:off x="38880" y="129600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13" name="Google Shape;392;p9"/>
            <p:cNvGrpSpPr/>
            <p:nvPr/>
          </p:nvGrpSpPr>
          <p:grpSpPr>
            <a:xfrm>
              <a:off x="45360" y="-923040"/>
              <a:ext cx="87840" cy="2151360"/>
              <a:chOff x="45360" y="-923040"/>
              <a:chExt cx="87840" cy="2151360"/>
            </a:xfrm>
          </p:grpSpPr>
          <p:sp>
            <p:nvSpPr>
              <p:cNvPr id="1314" name="Google Shape;393;p9"/>
              <p:cNvSpPr/>
              <p:nvPr/>
            </p:nvSpPr>
            <p:spPr>
              <a:xfrm>
                <a:off x="45360" y="-92304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EB9109">
                      <a:alpha val="47000"/>
                    </a:srgbClr>
                  </a:gs>
                  <a:gs pos="40000">
                    <a:srgbClr val="FF9900">
                      <a:alpha val="47000"/>
                    </a:srgbClr>
                  </a:gs>
                  <a:gs pos="100000">
                    <a:srgbClr val="FFFFFF">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5" name="Google Shape;394;p9"/>
              <p:cNvSpPr/>
              <p:nvPr/>
            </p:nvSpPr>
            <p:spPr>
              <a:xfrm>
                <a:off x="120960" y="-92304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40000">
                    <a:srgbClr val="FF9900">
                      <a:alpha val="47000"/>
                    </a:srgbClr>
                  </a:gs>
                  <a:gs pos="100000">
                    <a:srgbClr val="FFFFFF">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16" name="Google Shape;395;p9"/>
            <p:cNvGrpSpPr/>
            <p:nvPr/>
          </p:nvGrpSpPr>
          <p:grpSpPr>
            <a:xfrm>
              <a:off x="285120" y="-794880"/>
              <a:ext cx="87840" cy="2151360"/>
              <a:chOff x="285120" y="-794880"/>
              <a:chExt cx="87840" cy="2151360"/>
            </a:xfrm>
          </p:grpSpPr>
          <p:sp>
            <p:nvSpPr>
              <p:cNvPr id="1317" name="Google Shape;396;p9"/>
              <p:cNvSpPr/>
              <p:nvPr/>
            </p:nvSpPr>
            <p:spPr>
              <a:xfrm>
                <a:off x="285120" y="-79488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8" name="Google Shape;397;p9"/>
              <p:cNvSpPr/>
              <p:nvPr/>
            </p:nvSpPr>
            <p:spPr>
              <a:xfrm>
                <a:off x="360720" y="-79488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19" name="Google Shape;398;p9"/>
            <p:cNvSpPr/>
            <p:nvPr/>
          </p:nvSpPr>
          <p:spPr>
            <a:xfrm rot="5400000">
              <a:off x="425520" y="-1353240"/>
              <a:ext cx="1030680" cy="2751840"/>
            </a:xfrm>
            <a:custGeom>
              <a:avLst/>
              <a:gdLst>
                <a:gd name="textAreaLeft" fmla="*/ 0 w 1030680"/>
                <a:gd name="textAreaRight" fmla="*/ 1031040 w 1030680"/>
                <a:gd name="textAreaTop" fmla="*/ 0 h 2751840"/>
                <a:gd name="textAreaBottom" fmla="*/ 2752200 h 2751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0" name="Google Shape;399;p9"/>
            <p:cNvGrpSpPr/>
            <p:nvPr/>
          </p:nvGrpSpPr>
          <p:grpSpPr>
            <a:xfrm>
              <a:off x="-252000" y="261000"/>
              <a:ext cx="480240" cy="480960"/>
              <a:chOff x="-252000" y="261000"/>
              <a:chExt cx="480240" cy="480960"/>
            </a:xfrm>
          </p:grpSpPr>
          <p:sp>
            <p:nvSpPr>
              <p:cNvPr id="1321" name="Google Shape;400;p9"/>
              <p:cNvSpPr/>
              <p:nvPr/>
            </p:nvSpPr>
            <p:spPr>
              <a:xfrm>
                <a:off x="126720" y="26100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2" name="Google Shape;401;p9"/>
              <p:cNvSpPr/>
              <p:nvPr/>
            </p:nvSpPr>
            <p:spPr>
              <a:xfrm>
                <a:off x="63360" y="32472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3" name="Google Shape;402;p9"/>
              <p:cNvSpPr/>
              <p:nvPr/>
            </p:nvSpPr>
            <p:spPr>
              <a:xfrm>
                <a:off x="720" y="38808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4" name="Google Shape;403;p9"/>
              <p:cNvSpPr/>
              <p:nvPr/>
            </p:nvSpPr>
            <p:spPr>
              <a:xfrm>
                <a:off x="-63000" y="45072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5" name="Google Shape;404;p9"/>
              <p:cNvSpPr/>
              <p:nvPr/>
            </p:nvSpPr>
            <p:spPr>
              <a:xfrm>
                <a:off x="-126000" y="51408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6" name="Google Shape;405;p9"/>
              <p:cNvSpPr/>
              <p:nvPr/>
            </p:nvSpPr>
            <p:spPr>
              <a:xfrm>
                <a:off x="-189360" y="57708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7" name="Google Shape;406;p9"/>
              <p:cNvSpPr/>
              <p:nvPr/>
            </p:nvSpPr>
            <p:spPr>
              <a:xfrm>
                <a:off x="-252000" y="64044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28" name="Google Shape;407;p9"/>
          <p:cNvGrpSpPr/>
          <p:nvPr/>
        </p:nvGrpSpPr>
        <p:grpSpPr>
          <a:xfrm>
            <a:off x="6719760" y="2898360"/>
            <a:ext cx="3920040" cy="3213720"/>
            <a:chOff x="6719760" y="2898360"/>
            <a:chExt cx="3920040" cy="3213720"/>
          </a:xfrm>
        </p:grpSpPr>
        <p:sp>
          <p:nvSpPr>
            <p:cNvPr id="1329" name="Google Shape;408;p9"/>
            <p:cNvSpPr/>
            <p:nvPr/>
          </p:nvSpPr>
          <p:spPr>
            <a:xfrm>
              <a:off x="8841240" y="289836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1330" name="Google Shape;409;p9"/>
            <p:cNvPicPr/>
            <p:nvPr/>
          </p:nvPicPr>
          <p:blipFill>
            <a:blip r:embed="rId2"/>
            <a:srcRect l="16959" t="24713" r="7122" b="26173"/>
            <a:stretch/>
          </p:blipFill>
          <p:spPr>
            <a:xfrm>
              <a:off x="6719760" y="3120120"/>
              <a:ext cx="3920040" cy="2991960"/>
            </a:xfrm>
            <a:prstGeom prst="rect">
              <a:avLst/>
            </a:prstGeom>
            <a:noFill/>
            <a:ln w="0">
              <a:noFill/>
            </a:ln>
          </p:spPr>
        </p:pic>
        <p:grpSp>
          <p:nvGrpSpPr>
            <p:cNvPr id="1331" name="Google Shape;410;p9"/>
            <p:cNvGrpSpPr/>
            <p:nvPr/>
          </p:nvGrpSpPr>
          <p:grpSpPr>
            <a:xfrm>
              <a:off x="8748360" y="3547800"/>
              <a:ext cx="699480" cy="1650960"/>
              <a:chOff x="8748360" y="3547800"/>
              <a:chExt cx="699480" cy="1650960"/>
            </a:xfrm>
          </p:grpSpPr>
          <p:sp>
            <p:nvSpPr>
              <p:cNvPr id="1332" name="Google Shape;411;p9"/>
              <p:cNvSpPr/>
              <p:nvPr/>
            </p:nvSpPr>
            <p:spPr>
              <a:xfrm>
                <a:off x="8748360" y="354780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3" name="Google Shape;412;p9"/>
              <p:cNvSpPr/>
              <p:nvPr/>
            </p:nvSpPr>
            <p:spPr>
              <a:xfrm>
                <a:off x="9201240" y="387900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4" name="Google Shape;413;p9"/>
              <p:cNvSpPr/>
              <p:nvPr/>
            </p:nvSpPr>
            <p:spPr>
              <a:xfrm>
                <a:off x="9108720" y="397224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35" name="Google Shape;414;p9"/>
            <p:cNvGrpSpPr/>
            <p:nvPr/>
          </p:nvGrpSpPr>
          <p:grpSpPr>
            <a:xfrm>
              <a:off x="8355600" y="4357440"/>
              <a:ext cx="904320" cy="725400"/>
              <a:chOff x="8355600" y="4357440"/>
              <a:chExt cx="904320" cy="725400"/>
            </a:xfrm>
          </p:grpSpPr>
          <p:sp>
            <p:nvSpPr>
              <p:cNvPr id="1336" name="Google Shape;415;p9"/>
              <p:cNvSpPr/>
              <p:nvPr/>
            </p:nvSpPr>
            <p:spPr>
              <a:xfrm>
                <a:off x="8574840" y="43574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7" name="Google Shape;416;p9"/>
              <p:cNvSpPr/>
              <p:nvPr/>
            </p:nvSpPr>
            <p:spPr>
              <a:xfrm>
                <a:off x="8355600" y="45003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8" name="Google Shape;417;p9"/>
              <p:cNvSpPr/>
              <p:nvPr/>
            </p:nvSpPr>
            <p:spPr>
              <a:xfrm>
                <a:off x="8587080" y="450036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39" name="Google Shape;418;p9"/>
            <p:cNvSpPr/>
            <p:nvPr/>
          </p:nvSpPr>
          <p:spPr>
            <a:xfrm rot="10800000">
              <a:off x="7946280" y="29966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0" name="Google Shape;419;p9"/>
            <p:cNvSpPr/>
            <p:nvPr/>
          </p:nvSpPr>
          <p:spPr>
            <a:xfrm rot="10800000">
              <a:off x="8105760" y="29973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41" name="Google Shape;420;p9"/>
          <p:cNvGrpSpPr/>
          <p:nvPr/>
        </p:nvGrpSpPr>
        <p:grpSpPr>
          <a:xfrm>
            <a:off x="-1953000" y="4816440"/>
            <a:ext cx="4558680" cy="133920"/>
            <a:chOff x="-1953000" y="4816440"/>
            <a:chExt cx="4558680" cy="133920"/>
          </a:xfrm>
        </p:grpSpPr>
        <p:sp>
          <p:nvSpPr>
            <p:cNvPr id="1342" name="Google Shape;421;p9"/>
            <p:cNvSpPr/>
            <p:nvPr/>
          </p:nvSpPr>
          <p:spPr>
            <a:xfrm>
              <a:off x="2471760" y="48164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43" name="Google Shape;422;p9"/>
            <p:cNvCxnSpPr/>
            <p:nvPr/>
          </p:nvCxnSpPr>
          <p:spPr>
            <a:xfrm>
              <a:off x="-1953000" y="4883400"/>
              <a:ext cx="4462920" cy="360"/>
            </a:xfrm>
            <a:prstGeom prst="straightConnector1">
              <a:avLst/>
            </a:prstGeom>
            <a:ln w="9525">
              <a:solidFill>
                <a:srgbClr val="0C0A9E"/>
              </a:solidFill>
              <a:round/>
            </a:ln>
          </p:spPr>
        </p:cxnSp>
        <p:sp>
          <p:nvSpPr>
            <p:cNvPr id="1344" name="Google Shape;423;p9"/>
            <p:cNvSpPr/>
            <p:nvPr/>
          </p:nvSpPr>
          <p:spPr>
            <a:xfrm>
              <a:off x="2501640" y="48466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34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346" name="PlaceHolder 2"/>
          <p:cNvSpPr>
            <a:spLocks noGrp="1"/>
          </p:cNvSpPr>
          <p:nvPr>
            <p:ph type="title"/>
          </p:nvPr>
        </p:nvSpPr>
        <p:spPr>
          <a:xfrm>
            <a:off x="720000" y="539640"/>
            <a:ext cx="3671640" cy="932400"/>
          </a:xfrm>
          <a:prstGeom prst="rect">
            <a:avLst/>
          </a:prstGeom>
          <a:solidFill>
            <a:schemeClr val="lt1"/>
          </a:solid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1347"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6" name="Google Shape;9;p2"/>
          <p:cNvGrpSpPr/>
          <p:nvPr/>
        </p:nvGrpSpPr>
        <p:grpSpPr>
          <a:xfrm>
            <a:off x="-3255120" y="-2760840"/>
            <a:ext cx="10039680" cy="6731280"/>
            <a:chOff x="-3255120" y="-2760840"/>
            <a:chExt cx="10039680" cy="6731280"/>
          </a:xfrm>
        </p:grpSpPr>
        <p:grpSp>
          <p:nvGrpSpPr>
            <p:cNvPr id="87" name="Google Shape;10;p2"/>
            <p:cNvGrpSpPr/>
            <p:nvPr/>
          </p:nvGrpSpPr>
          <p:grpSpPr>
            <a:xfrm>
              <a:off x="-3255120" y="-2760840"/>
              <a:ext cx="6563880" cy="6731280"/>
              <a:chOff x="-3255120" y="-2760840"/>
              <a:chExt cx="6563880" cy="6731280"/>
            </a:xfrm>
          </p:grpSpPr>
          <p:sp>
            <p:nvSpPr>
              <p:cNvPr id="2" name="Google Shape;11;p2"/>
              <p:cNvSpPr/>
              <p:nvPr/>
            </p:nvSpPr>
            <p:spPr>
              <a:xfrm rot="10221600">
                <a:off x="-1132920" y="-721440"/>
                <a:ext cx="3045240" cy="2637000"/>
              </a:xfrm>
              <a:custGeom>
                <a:avLst/>
                <a:gdLst>
                  <a:gd name="textAreaLeft" fmla="*/ 0 w 3045240"/>
                  <a:gd name="textAreaRight" fmla="*/ 3045600 w 3045240"/>
                  <a:gd name="textAreaTop" fmla="*/ 0 h 2637000"/>
                  <a:gd name="textAreaBottom" fmla="*/ 2637360 h 2637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3" name="Google Shape;12;p2"/>
              <p:cNvPicPr/>
              <p:nvPr/>
            </p:nvPicPr>
            <p:blipFill>
              <a:blip r:embed="rId3"/>
              <a:srcRect t="17653" b="17662"/>
              <a:stretch/>
            </p:blipFill>
            <p:spPr>
              <a:xfrm rot="13821600">
                <a:off x="-2650680" y="-1438560"/>
                <a:ext cx="5355360" cy="4087080"/>
              </a:xfrm>
              <a:prstGeom prst="rect">
                <a:avLst/>
              </a:prstGeom>
              <a:noFill/>
              <a:ln w="0">
                <a:noFill/>
              </a:ln>
            </p:spPr>
          </p:pic>
        </p:grpSp>
        <p:sp>
          <p:nvSpPr>
            <p:cNvPr id="4" name="Google Shape;13;p2"/>
            <p:cNvSpPr/>
            <p:nvPr/>
          </p:nvSpPr>
          <p:spPr>
            <a:xfrm>
              <a:off x="-441720" y="-339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14;p2"/>
            <p:cNvSpPr/>
            <p:nvPr/>
          </p:nvSpPr>
          <p:spPr>
            <a:xfrm rot="2700000">
              <a:off x="765720" y="-237348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15;p2"/>
            <p:cNvSpPr/>
            <p:nvPr/>
          </p:nvSpPr>
          <p:spPr>
            <a:xfrm>
              <a:off x="-353880" y="-534240"/>
              <a:ext cx="7138440" cy="819000"/>
            </a:xfrm>
            <a:custGeom>
              <a:avLst/>
              <a:gdLst>
                <a:gd name="textAreaLeft" fmla="*/ 0 w 7138440"/>
                <a:gd name="textAreaRight" fmla="*/ 7138800 w 7138440"/>
                <a:gd name="textAreaTop" fmla="*/ 0 h 819000"/>
                <a:gd name="textAreaBottom" fmla="*/ 819360 h 819000"/>
              </a:gdLst>
              <a:ahLst/>
              <a:cxnLst/>
              <a:rect l="textAreaLeft" t="textAreaTop" r="textAreaRight" b="textAreaBottom"/>
              <a:pathLst>
                <a:path w="285545" h="32774">
                  <a:moveTo>
                    <a:pt x="0" y="32774"/>
                  </a:moveTo>
                  <a:lnTo>
                    <a:pt x="188861" y="32774"/>
                  </a:lnTo>
                  <a:lnTo>
                    <a:pt x="221636" y="0"/>
                  </a:lnTo>
                  <a:lnTo>
                    <a:pt x="285545" y="0"/>
                  </a:lnTo>
                </a:path>
              </a:pathLst>
            </a:custGeom>
            <a:noFill/>
            <a:ln w="9525">
              <a:solidFill>
                <a:srgbClr val="0C0A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7" name="Google Shape;16;p2"/>
            <p:cNvSpPr/>
            <p:nvPr/>
          </p:nvSpPr>
          <p:spPr>
            <a:xfrm rot="5400000">
              <a:off x="958680" y="-1418760"/>
              <a:ext cx="577080" cy="3045240"/>
            </a:xfrm>
            <a:custGeom>
              <a:avLst/>
              <a:gdLst>
                <a:gd name="textAreaLeft" fmla="*/ 0 w 577080"/>
                <a:gd name="textAreaRight" fmla="*/ 577440 w 577080"/>
                <a:gd name="textAreaTop" fmla="*/ 0 h 3045240"/>
                <a:gd name="textAreaBottom" fmla="*/ 3045600 h 3045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7;p2"/>
            <p:cNvSpPr/>
            <p:nvPr/>
          </p:nvSpPr>
          <p:spPr>
            <a:xfrm rot="5400000">
              <a:off x="502200" y="-954360"/>
              <a:ext cx="686880" cy="2730960"/>
            </a:xfrm>
            <a:custGeom>
              <a:avLst/>
              <a:gdLst>
                <a:gd name="textAreaLeft" fmla="*/ 0 w 686880"/>
                <a:gd name="textAreaRight" fmla="*/ 687240 w 686880"/>
                <a:gd name="textAreaTop" fmla="*/ 0 h 2730960"/>
                <a:gd name="textAreaBottom" fmla="*/ 2731320 h 27309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 name="Google Shape;18;p2"/>
            <p:cNvGrpSpPr/>
            <p:nvPr/>
          </p:nvGrpSpPr>
          <p:grpSpPr>
            <a:xfrm>
              <a:off x="4294080" y="218160"/>
              <a:ext cx="133560" cy="133560"/>
              <a:chOff x="4294080" y="218160"/>
              <a:chExt cx="133560" cy="133560"/>
            </a:xfrm>
          </p:grpSpPr>
          <p:sp>
            <p:nvSpPr>
              <p:cNvPr id="10" name="Google Shape;19;p2"/>
              <p:cNvSpPr/>
              <p:nvPr/>
            </p:nvSpPr>
            <p:spPr>
              <a:xfrm flipH="1">
                <a:off x="4293720" y="21816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20;p2"/>
              <p:cNvSpPr/>
              <p:nvPr/>
            </p:nvSpPr>
            <p:spPr>
              <a:xfrm flipH="1">
                <a:off x="4321440" y="24876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 name="Google Shape;21;p2"/>
            <p:cNvGrpSpPr/>
            <p:nvPr/>
          </p:nvGrpSpPr>
          <p:grpSpPr>
            <a:xfrm>
              <a:off x="1220760" y="521640"/>
              <a:ext cx="133560" cy="133560"/>
              <a:chOff x="1220760" y="521640"/>
              <a:chExt cx="133560" cy="133560"/>
            </a:xfrm>
          </p:grpSpPr>
          <p:sp>
            <p:nvSpPr>
              <p:cNvPr id="13" name="Google Shape;22;p2"/>
              <p:cNvSpPr/>
              <p:nvPr/>
            </p:nvSpPr>
            <p:spPr>
              <a:xfrm flipH="1">
                <a:off x="1220400" y="521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23;p2"/>
              <p:cNvSpPr/>
              <p:nvPr/>
            </p:nvSpPr>
            <p:spPr>
              <a:xfrm flipH="1">
                <a:off x="1248120" y="55188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 name="Google Shape;24;p2"/>
            <p:cNvGrpSpPr/>
            <p:nvPr/>
          </p:nvGrpSpPr>
          <p:grpSpPr>
            <a:xfrm>
              <a:off x="934200" y="784440"/>
              <a:ext cx="133560" cy="133560"/>
              <a:chOff x="934200" y="784440"/>
              <a:chExt cx="133560" cy="133560"/>
            </a:xfrm>
          </p:grpSpPr>
          <p:sp>
            <p:nvSpPr>
              <p:cNvPr id="16" name="Google Shape;25;p2"/>
              <p:cNvSpPr/>
              <p:nvPr/>
            </p:nvSpPr>
            <p:spPr>
              <a:xfrm flipH="1">
                <a:off x="93384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6;p2"/>
              <p:cNvSpPr/>
              <p:nvPr/>
            </p:nvSpPr>
            <p:spPr>
              <a:xfrm flipH="1">
                <a:off x="96120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 name="Google Shape;27;p2"/>
            <p:cNvGrpSpPr/>
            <p:nvPr/>
          </p:nvGrpSpPr>
          <p:grpSpPr>
            <a:xfrm>
              <a:off x="124920" y="784440"/>
              <a:ext cx="133560" cy="133560"/>
              <a:chOff x="124920" y="784440"/>
              <a:chExt cx="133560" cy="133560"/>
            </a:xfrm>
          </p:grpSpPr>
          <p:sp>
            <p:nvSpPr>
              <p:cNvPr id="19" name="Google Shape;28;p2"/>
              <p:cNvSpPr/>
              <p:nvPr/>
            </p:nvSpPr>
            <p:spPr>
              <a:xfrm flipH="1">
                <a:off x="12456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 name="Google Shape;29;p2"/>
              <p:cNvSpPr/>
              <p:nvPr/>
            </p:nvSpPr>
            <p:spPr>
              <a:xfrm flipH="1">
                <a:off x="15228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 name="Google Shape;30;p2"/>
            <p:cNvGrpSpPr/>
            <p:nvPr/>
          </p:nvGrpSpPr>
          <p:grpSpPr>
            <a:xfrm>
              <a:off x="124920" y="467640"/>
              <a:ext cx="133560" cy="133560"/>
              <a:chOff x="124920" y="467640"/>
              <a:chExt cx="133560" cy="133560"/>
            </a:xfrm>
          </p:grpSpPr>
          <p:sp>
            <p:nvSpPr>
              <p:cNvPr id="22" name="Google Shape;31;p2"/>
              <p:cNvSpPr/>
              <p:nvPr/>
            </p:nvSpPr>
            <p:spPr>
              <a:xfrm flipH="1">
                <a:off x="124560" y="467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2;p2"/>
              <p:cNvSpPr/>
              <p:nvPr/>
            </p:nvSpPr>
            <p:spPr>
              <a:xfrm flipH="1">
                <a:off x="152280" y="4982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4" name="Google Shape;33;p2"/>
          <p:cNvGrpSpPr/>
          <p:nvPr/>
        </p:nvGrpSpPr>
        <p:grpSpPr>
          <a:xfrm>
            <a:off x="6385680" y="3039840"/>
            <a:ext cx="3920040" cy="3213360"/>
            <a:chOff x="6385680" y="3039840"/>
            <a:chExt cx="3920040" cy="3213360"/>
          </a:xfrm>
        </p:grpSpPr>
        <p:pic>
          <p:nvPicPr>
            <p:cNvPr id="25" name="Google Shape;34;p2"/>
            <p:cNvPicPr/>
            <p:nvPr/>
          </p:nvPicPr>
          <p:blipFill>
            <a:blip r:embed="rId4"/>
            <a:srcRect l="16959" t="24713" r="7122" b="26173"/>
            <a:stretch/>
          </p:blipFill>
          <p:spPr>
            <a:xfrm>
              <a:off x="6385680" y="3261240"/>
              <a:ext cx="3920040" cy="2991960"/>
            </a:xfrm>
            <a:prstGeom prst="rect">
              <a:avLst/>
            </a:prstGeom>
            <a:noFill/>
            <a:ln w="0">
              <a:noFill/>
            </a:ln>
          </p:spPr>
        </p:pic>
        <p:sp>
          <p:nvSpPr>
            <p:cNvPr id="26" name="Google Shape;35;p2"/>
            <p:cNvSpPr/>
            <p:nvPr/>
          </p:nvSpPr>
          <p:spPr>
            <a:xfrm rot="10800000">
              <a:off x="7612200" y="3138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6;p2"/>
            <p:cNvSpPr/>
            <p:nvPr/>
          </p:nvSpPr>
          <p:spPr>
            <a:xfrm rot="10800000">
              <a:off x="7771320" y="31388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 name="Google Shape;37;p2"/>
            <p:cNvGrpSpPr/>
            <p:nvPr/>
          </p:nvGrpSpPr>
          <p:grpSpPr>
            <a:xfrm>
              <a:off x="7356600" y="3916440"/>
              <a:ext cx="581760" cy="582120"/>
              <a:chOff x="7356600" y="3916440"/>
              <a:chExt cx="581760" cy="582120"/>
            </a:xfrm>
          </p:grpSpPr>
          <p:sp>
            <p:nvSpPr>
              <p:cNvPr id="29" name="Google Shape;38;p2"/>
              <p:cNvSpPr/>
              <p:nvPr/>
            </p:nvSpPr>
            <p:spPr>
              <a:xfrm>
                <a:off x="7356600" y="43754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 name="Google Shape;39;p2"/>
              <p:cNvSpPr/>
              <p:nvPr/>
            </p:nvSpPr>
            <p:spPr>
              <a:xfrm>
                <a:off x="7432920" y="42987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40;p2"/>
              <p:cNvSpPr/>
              <p:nvPr/>
            </p:nvSpPr>
            <p:spPr>
              <a:xfrm>
                <a:off x="7509240" y="422244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41;p2"/>
              <p:cNvSpPr/>
              <p:nvPr/>
            </p:nvSpPr>
            <p:spPr>
              <a:xfrm>
                <a:off x="7585560" y="41461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2;p2"/>
              <p:cNvSpPr/>
              <p:nvPr/>
            </p:nvSpPr>
            <p:spPr>
              <a:xfrm>
                <a:off x="7662600" y="40698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3;p2"/>
              <p:cNvSpPr/>
              <p:nvPr/>
            </p:nvSpPr>
            <p:spPr>
              <a:xfrm>
                <a:off x="7738560" y="39931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44;p2"/>
              <p:cNvSpPr/>
              <p:nvPr/>
            </p:nvSpPr>
            <p:spPr>
              <a:xfrm>
                <a:off x="7815240" y="39164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6" name="Google Shape;45;p2"/>
            <p:cNvSpPr/>
            <p:nvPr/>
          </p:nvSpPr>
          <p:spPr>
            <a:xfrm>
              <a:off x="8506800" y="303984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7" name="Google Shape;46;p2"/>
            <p:cNvGrpSpPr/>
            <p:nvPr/>
          </p:nvGrpSpPr>
          <p:grpSpPr>
            <a:xfrm>
              <a:off x="8413920" y="3689280"/>
              <a:ext cx="699840" cy="1650600"/>
              <a:chOff x="8413920" y="3689280"/>
              <a:chExt cx="699840" cy="1650600"/>
            </a:xfrm>
          </p:grpSpPr>
          <p:sp>
            <p:nvSpPr>
              <p:cNvPr id="38" name="Google Shape;47;p2"/>
              <p:cNvSpPr/>
              <p:nvPr/>
            </p:nvSpPr>
            <p:spPr>
              <a:xfrm>
                <a:off x="8413920" y="368928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 name="Google Shape;48;p2"/>
              <p:cNvSpPr/>
              <p:nvPr/>
            </p:nvSpPr>
            <p:spPr>
              <a:xfrm>
                <a:off x="8774640" y="411336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49;p2"/>
              <p:cNvSpPr/>
              <p:nvPr/>
            </p:nvSpPr>
            <p:spPr>
              <a:xfrm>
                <a:off x="8867160" y="402048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 name="Google Shape;50;p2"/>
            <p:cNvGrpSpPr/>
            <p:nvPr/>
          </p:nvGrpSpPr>
          <p:grpSpPr>
            <a:xfrm>
              <a:off x="8021520" y="4498560"/>
              <a:ext cx="904320" cy="725760"/>
              <a:chOff x="8021520" y="4498560"/>
              <a:chExt cx="904320" cy="725760"/>
            </a:xfrm>
          </p:grpSpPr>
          <p:sp>
            <p:nvSpPr>
              <p:cNvPr id="42" name="Google Shape;51;p2"/>
              <p:cNvSpPr/>
              <p:nvPr/>
            </p:nvSpPr>
            <p:spPr>
              <a:xfrm>
                <a:off x="8253000" y="464184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52;p2"/>
              <p:cNvSpPr/>
              <p:nvPr/>
            </p:nvSpPr>
            <p:spPr>
              <a:xfrm>
                <a:off x="8240400" y="4498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53;p2"/>
              <p:cNvSpPr/>
              <p:nvPr/>
            </p:nvSpPr>
            <p:spPr>
              <a:xfrm>
                <a:off x="8021520" y="46418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5" name="PlaceHolder 1"/>
          <p:cNvSpPr>
            <a:spLocks noGrp="1"/>
          </p:cNvSpPr>
          <p:nvPr>
            <p:ph type="title"/>
          </p:nvPr>
        </p:nvSpPr>
        <p:spPr>
          <a:xfrm>
            <a:off x="1096920" y="816480"/>
            <a:ext cx="6974280" cy="23263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grpSp>
        <p:nvGrpSpPr>
          <p:cNvPr id="46" name="Google Shape;56;p2"/>
          <p:cNvGrpSpPr/>
          <p:nvPr/>
        </p:nvGrpSpPr>
        <p:grpSpPr>
          <a:xfrm>
            <a:off x="-309600" y="3618000"/>
            <a:ext cx="1447920" cy="2238120"/>
            <a:chOff x="-309600" y="3618000"/>
            <a:chExt cx="1447920" cy="2238120"/>
          </a:xfrm>
        </p:grpSpPr>
        <p:grpSp>
          <p:nvGrpSpPr>
            <p:cNvPr id="47" name="Google Shape;57;p2"/>
            <p:cNvGrpSpPr/>
            <p:nvPr/>
          </p:nvGrpSpPr>
          <p:grpSpPr>
            <a:xfrm>
              <a:off x="-276480" y="3870720"/>
              <a:ext cx="981360" cy="1985400"/>
              <a:chOff x="-276480" y="3870720"/>
              <a:chExt cx="981360" cy="1985400"/>
            </a:xfrm>
          </p:grpSpPr>
          <p:sp>
            <p:nvSpPr>
              <p:cNvPr id="48" name="Google Shape;58;p2"/>
              <p:cNvSpPr/>
              <p:nvPr/>
            </p:nvSpPr>
            <p:spPr>
              <a:xfrm rot="10800000">
                <a:off x="-276120" y="387072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9;p2"/>
              <p:cNvSpPr/>
              <p:nvPr/>
            </p:nvSpPr>
            <p:spPr>
              <a:xfrm rot="10800000">
                <a:off x="-138960" y="387108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0" name="Google Shape;60;p2"/>
            <p:cNvGrpSpPr/>
            <p:nvPr/>
          </p:nvGrpSpPr>
          <p:grpSpPr>
            <a:xfrm>
              <a:off x="363240" y="4906800"/>
              <a:ext cx="699120" cy="478080"/>
              <a:chOff x="363240" y="4906800"/>
              <a:chExt cx="699120" cy="478080"/>
            </a:xfrm>
          </p:grpSpPr>
          <p:grpSp>
            <p:nvGrpSpPr>
              <p:cNvPr id="51" name="Google Shape;61;p2"/>
              <p:cNvGrpSpPr/>
              <p:nvPr/>
            </p:nvGrpSpPr>
            <p:grpSpPr>
              <a:xfrm>
                <a:off x="363240" y="4906800"/>
                <a:ext cx="478080" cy="478080"/>
                <a:chOff x="363240" y="4906800"/>
                <a:chExt cx="478080" cy="478080"/>
              </a:xfrm>
            </p:grpSpPr>
            <p:sp>
              <p:nvSpPr>
                <p:cNvPr id="52" name="Google Shape;62;p2"/>
                <p:cNvSpPr/>
                <p:nvPr/>
              </p:nvSpPr>
              <p:spPr>
                <a:xfrm rot="2700000">
                  <a:off x="429480" y="498024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3" name="Google Shape;63;p2"/>
                <p:cNvGrpSpPr/>
                <p:nvPr/>
              </p:nvGrpSpPr>
              <p:grpSpPr>
                <a:xfrm>
                  <a:off x="408240" y="5007600"/>
                  <a:ext cx="387360" cy="223200"/>
                  <a:chOff x="408240" y="5007600"/>
                  <a:chExt cx="387360" cy="223200"/>
                </a:xfrm>
              </p:grpSpPr>
              <p:sp>
                <p:nvSpPr>
                  <p:cNvPr id="54" name="Google Shape;64;p2"/>
                  <p:cNvSpPr/>
                  <p:nvPr/>
                </p:nvSpPr>
                <p:spPr>
                  <a:xfrm rot="2700000">
                    <a:off x="44100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65;p2"/>
                  <p:cNvSpPr/>
                  <p:nvPr/>
                </p:nvSpPr>
                <p:spPr>
                  <a:xfrm rot="2700000">
                    <a:off x="48204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66;p2"/>
                  <p:cNvSpPr/>
                  <p:nvPr/>
                </p:nvSpPr>
                <p:spPr>
                  <a:xfrm rot="2700000">
                    <a:off x="52308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67;p2"/>
                  <p:cNvSpPr/>
                  <p:nvPr/>
                </p:nvSpPr>
                <p:spPr>
                  <a:xfrm rot="2700000">
                    <a:off x="56412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Google Shape;68;p2"/>
                  <p:cNvSpPr/>
                  <p:nvPr/>
                </p:nvSpPr>
                <p:spPr>
                  <a:xfrm rot="2700000">
                    <a:off x="60516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9" name="Google Shape;69;p2"/>
              <p:cNvSpPr/>
              <p:nvPr/>
            </p:nvSpPr>
            <p:spPr>
              <a:xfrm rot="18900000">
                <a:off x="694440" y="4986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0" name="Google Shape;70;p2"/>
            <p:cNvGrpSpPr/>
            <p:nvPr/>
          </p:nvGrpSpPr>
          <p:grpSpPr>
            <a:xfrm>
              <a:off x="-309600" y="3618000"/>
              <a:ext cx="1047240" cy="1350720"/>
              <a:chOff x="-309600" y="3618000"/>
              <a:chExt cx="1047240" cy="1350720"/>
            </a:xfrm>
          </p:grpSpPr>
          <p:sp>
            <p:nvSpPr>
              <p:cNvPr id="61" name="Google Shape;71;p2"/>
              <p:cNvSpPr/>
              <p:nvPr/>
            </p:nvSpPr>
            <p:spPr>
              <a:xfrm rot="13500000">
                <a:off x="37080" y="42714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72;p2"/>
              <p:cNvSpPr/>
              <p:nvPr/>
            </p:nvSpPr>
            <p:spPr>
              <a:xfrm rot="13500000">
                <a:off x="-38880" y="40870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73;p2"/>
              <p:cNvSpPr/>
              <p:nvPr/>
            </p:nvSpPr>
            <p:spPr>
              <a:xfrm rot="13500000">
                <a:off x="-115200" y="3923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74;p2"/>
              <p:cNvSpPr/>
              <p:nvPr/>
            </p:nvSpPr>
            <p:spPr>
              <a:xfrm rot="13500000">
                <a:off x="-191160" y="3738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5" name="Google Shape;75;p2"/>
            <p:cNvGrpSpPr/>
            <p:nvPr/>
          </p:nvGrpSpPr>
          <p:grpSpPr>
            <a:xfrm>
              <a:off x="439200" y="4567320"/>
              <a:ext cx="699120" cy="478080"/>
              <a:chOff x="439200" y="4567320"/>
              <a:chExt cx="699120" cy="478080"/>
            </a:xfrm>
          </p:grpSpPr>
          <p:grpSp>
            <p:nvGrpSpPr>
              <p:cNvPr id="66" name="Google Shape;76;p2"/>
              <p:cNvGrpSpPr/>
              <p:nvPr/>
            </p:nvGrpSpPr>
            <p:grpSpPr>
              <a:xfrm>
                <a:off x="439200" y="4567320"/>
                <a:ext cx="478080" cy="478080"/>
                <a:chOff x="439200" y="4567320"/>
                <a:chExt cx="478080" cy="478080"/>
              </a:xfrm>
            </p:grpSpPr>
            <p:sp>
              <p:nvSpPr>
                <p:cNvPr id="67" name="Google Shape;77;p2"/>
                <p:cNvSpPr/>
                <p:nvPr/>
              </p:nvSpPr>
              <p:spPr>
                <a:xfrm rot="2700000">
                  <a:off x="505440" y="46407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8" name="Google Shape;78;p2"/>
                <p:cNvGrpSpPr/>
                <p:nvPr/>
              </p:nvGrpSpPr>
              <p:grpSpPr>
                <a:xfrm>
                  <a:off x="483840" y="4668120"/>
                  <a:ext cx="387360" cy="223200"/>
                  <a:chOff x="483840" y="4668120"/>
                  <a:chExt cx="387360" cy="223200"/>
                </a:xfrm>
              </p:grpSpPr>
              <p:sp>
                <p:nvSpPr>
                  <p:cNvPr id="69" name="Google Shape;79;p2"/>
                  <p:cNvSpPr/>
                  <p:nvPr/>
                </p:nvSpPr>
                <p:spPr>
                  <a:xfrm rot="2700000">
                    <a:off x="51660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Google Shape;80;p2"/>
                  <p:cNvSpPr/>
                  <p:nvPr/>
                </p:nvSpPr>
                <p:spPr>
                  <a:xfrm rot="2700000">
                    <a:off x="55764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81;p2"/>
                  <p:cNvSpPr/>
                  <p:nvPr/>
                </p:nvSpPr>
                <p:spPr>
                  <a:xfrm rot="2700000">
                    <a:off x="59904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82;p2"/>
                  <p:cNvSpPr/>
                  <p:nvPr/>
                </p:nvSpPr>
                <p:spPr>
                  <a:xfrm rot="2700000">
                    <a:off x="63972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83;p2"/>
                  <p:cNvSpPr/>
                  <p:nvPr/>
                </p:nvSpPr>
                <p:spPr>
                  <a:xfrm rot="2700000">
                    <a:off x="68076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74" name="Google Shape;84;p2"/>
              <p:cNvSpPr/>
              <p:nvPr/>
            </p:nvSpPr>
            <p:spPr>
              <a:xfrm rot="18900000">
                <a:off x="770400" y="464652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5" name="Google Shape;85;p2"/>
            <p:cNvGrpSpPr/>
            <p:nvPr/>
          </p:nvGrpSpPr>
          <p:grpSpPr>
            <a:xfrm>
              <a:off x="-64800" y="4623840"/>
              <a:ext cx="698760" cy="478080"/>
              <a:chOff x="-64800" y="4623840"/>
              <a:chExt cx="698760" cy="478080"/>
            </a:xfrm>
          </p:grpSpPr>
          <p:grpSp>
            <p:nvGrpSpPr>
              <p:cNvPr id="76" name="Google Shape;86;p2"/>
              <p:cNvGrpSpPr/>
              <p:nvPr/>
            </p:nvGrpSpPr>
            <p:grpSpPr>
              <a:xfrm>
                <a:off x="-64800" y="4623840"/>
                <a:ext cx="478080" cy="478080"/>
                <a:chOff x="-64800" y="4623840"/>
                <a:chExt cx="478080" cy="478080"/>
              </a:xfrm>
            </p:grpSpPr>
            <p:sp>
              <p:nvSpPr>
                <p:cNvPr id="77" name="Google Shape;87;p2"/>
                <p:cNvSpPr/>
                <p:nvPr/>
              </p:nvSpPr>
              <p:spPr>
                <a:xfrm rot="2700000">
                  <a:off x="1440" y="46972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9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8" name="Google Shape;88;p2"/>
                <p:cNvGrpSpPr/>
                <p:nvPr/>
              </p:nvGrpSpPr>
              <p:grpSpPr>
                <a:xfrm>
                  <a:off x="-20160" y="4724640"/>
                  <a:ext cx="387360" cy="223200"/>
                  <a:chOff x="-20160" y="4724640"/>
                  <a:chExt cx="387360" cy="223200"/>
                </a:xfrm>
              </p:grpSpPr>
              <p:sp>
                <p:nvSpPr>
                  <p:cNvPr id="79" name="Google Shape;89;p2"/>
                  <p:cNvSpPr/>
                  <p:nvPr/>
                </p:nvSpPr>
                <p:spPr>
                  <a:xfrm rot="2700000">
                    <a:off x="1224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90;p2"/>
                  <p:cNvSpPr/>
                  <p:nvPr/>
                </p:nvSpPr>
                <p:spPr>
                  <a:xfrm rot="2700000">
                    <a:off x="5328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91;p2"/>
                  <p:cNvSpPr/>
                  <p:nvPr/>
                </p:nvSpPr>
                <p:spPr>
                  <a:xfrm rot="2700000">
                    <a:off x="9432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92;p2"/>
                  <p:cNvSpPr/>
                  <p:nvPr/>
                </p:nvSpPr>
                <p:spPr>
                  <a:xfrm rot="2700000">
                    <a:off x="13536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93;p2"/>
                  <p:cNvSpPr/>
                  <p:nvPr/>
                </p:nvSpPr>
                <p:spPr>
                  <a:xfrm rot="2700000">
                    <a:off x="17640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84" name="Google Shape;94;p2"/>
              <p:cNvSpPr/>
              <p:nvPr/>
            </p:nvSpPr>
            <p:spPr>
              <a:xfrm rot="18900000">
                <a:off x="266040" y="470304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8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3" r:id="rId1"/>
    <p:sldLayoutId id="21474836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8" name="PlaceHolder 1"/>
          <p:cNvSpPr>
            <a:spLocks noGrp="1"/>
          </p:cNvSpPr>
          <p:nvPr>
            <p:ph type="subTitle"/>
          </p:nvPr>
        </p:nvSpPr>
        <p:spPr>
          <a:xfrm>
            <a:off x="1095480" y="3457440"/>
            <a:ext cx="4885920" cy="475920"/>
          </a:xfrm>
          <a:prstGeom prst="rect">
            <a:avLst/>
          </a:prstGeom>
          <a:noFill/>
          <a:ln w="0">
            <a:noFill/>
          </a:ln>
        </p:spPr>
        <p:txBody>
          <a:bodyPr lIns="91440" tIns="91440" rIns="91440" bIns="91440" anchor="t">
            <a:normAutofit fontScale="77500" lnSpcReduction="20000"/>
          </a:bodyPr>
          <a:lstStyle/>
          <a:p>
            <a:pPr>
              <a:lnSpc>
                <a:spcPct val="100000"/>
              </a:lnSpc>
              <a:tabLst>
                <a:tab pos="0" algn="l"/>
              </a:tabLst>
            </a:pPr>
            <a:r>
              <a:rPr lang="en-US" sz="1600" b="0" u="none" strike="noStrike">
                <a:solidFill>
                  <a:schemeClr val="dk1"/>
                </a:solidFill>
                <a:effectLst/>
                <a:uFillTx/>
                <a:latin typeface="Poppins"/>
                <a:ea typeface="Poppins"/>
              </a:rPr>
              <a:t>Centralizing Academic Productivity Through Intelligence</a:t>
            </a:r>
            <a:endParaRPr lang="en-US" sz="1600" b="0" u="none" strike="noStrike">
              <a:solidFill>
                <a:srgbClr val="000000"/>
              </a:solidFill>
              <a:effectLst/>
              <a:uFillTx/>
              <a:latin typeface="OpenSymbol"/>
            </a:endParaRPr>
          </a:p>
        </p:txBody>
      </p:sp>
      <p:sp>
        <p:nvSpPr>
          <p:cNvPr id="1349" name="PlaceHolder 2"/>
          <p:cNvSpPr>
            <a:spLocks noGrp="1"/>
          </p:cNvSpPr>
          <p:nvPr>
            <p:ph type="title"/>
          </p:nvPr>
        </p:nvSpPr>
        <p:spPr>
          <a:xfrm>
            <a:off x="1095480" y="819000"/>
            <a:ext cx="6972120" cy="2323800"/>
          </a:xfrm>
          <a:prstGeom prst="rect">
            <a:avLst/>
          </a:prstGeom>
          <a:noFill/>
          <a:ln w="0">
            <a:noFill/>
          </a:ln>
        </p:spPr>
        <p:txBody>
          <a:bodyPr lIns="91440" tIns="91440" rIns="91440" bIns="91440" anchor="b">
            <a:normAutofit/>
          </a:bodyPr>
          <a:lstStyle/>
          <a:p>
            <a:pPr indent="0">
              <a:lnSpc>
                <a:spcPct val="115000"/>
              </a:lnSpc>
              <a:buNone/>
              <a:tabLst>
                <a:tab pos="0" algn="l"/>
              </a:tabLst>
            </a:pPr>
            <a:r>
              <a:rPr lang="en-US" sz="4500" b="1" u="none" strike="noStrike">
                <a:solidFill>
                  <a:schemeClr val="dk2"/>
                </a:solidFill>
                <a:effectLst/>
                <a:uFillTx/>
                <a:latin typeface="IBM Plex Mono"/>
                <a:ea typeface="IBM Plex Mono"/>
              </a:rPr>
              <a:t>Smart Campus </a:t>
            </a:r>
            <a:r>
              <a:rPr lang="en-US" sz="4500" b="1" u="none" strike="noStrike">
                <a:solidFill>
                  <a:schemeClr val="dk1"/>
                </a:solidFill>
                <a:effectLst/>
                <a:uFillTx/>
                <a:latin typeface="IBM Plex Mono"/>
                <a:ea typeface="IBM Plex Mono"/>
              </a:rPr>
              <a:t>Companion</a:t>
            </a:r>
            <a:endParaRPr lang="fr-FR" sz="4500" b="0" u="none" strike="noStrike">
              <a:solidFill>
                <a:schemeClr val="dk1"/>
              </a:solidFill>
              <a:effectLst/>
              <a:uFillTx/>
              <a:latin typeface="Arial"/>
            </a:endParaRPr>
          </a:p>
        </p:txBody>
      </p:sp>
      <p:grpSp>
        <p:nvGrpSpPr>
          <p:cNvPr id="1350" name="Google Shape;1432;p35"/>
          <p:cNvGrpSpPr/>
          <p:nvPr/>
        </p:nvGrpSpPr>
        <p:grpSpPr>
          <a:xfrm>
            <a:off x="1096560" y="3242880"/>
            <a:ext cx="3936600" cy="133560"/>
            <a:chOff x="1096560" y="3242880"/>
            <a:chExt cx="3936600" cy="133560"/>
          </a:xfrm>
        </p:grpSpPr>
        <p:cxnSp>
          <p:nvCxnSpPr>
            <p:cNvPr id="1351" name="Google Shape;1433;p35"/>
            <p:cNvCxnSpPr/>
            <p:nvPr/>
          </p:nvCxnSpPr>
          <p:spPr>
            <a:xfrm>
              <a:off x="1096560" y="3309840"/>
              <a:ext cx="3841200" cy="360"/>
            </a:xfrm>
            <a:prstGeom prst="straightConnector1">
              <a:avLst/>
            </a:prstGeom>
            <a:ln w="9525">
              <a:solidFill>
                <a:srgbClr val="0C0A9E"/>
              </a:solidFill>
              <a:round/>
            </a:ln>
          </p:spPr>
        </p:cxnSp>
        <p:grpSp>
          <p:nvGrpSpPr>
            <p:cNvPr id="1352" name="Google Shape;1434;p35"/>
            <p:cNvGrpSpPr/>
            <p:nvPr/>
          </p:nvGrpSpPr>
          <p:grpSpPr>
            <a:xfrm>
              <a:off x="4899600" y="3242880"/>
              <a:ext cx="133560" cy="133560"/>
              <a:chOff x="4899600" y="3242880"/>
              <a:chExt cx="133560" cy="133560"/>
            </a:xfrm>
          </p:grpSpPr>
          <p:sp>
            <p:nvSpPr>
              <p:cNvPr id="1353" name="Google Shape;1435;p35"/>
              <p:cNvSpPr/>
              <p:nvPr/>
            </p:nvSpPr>
            <p:spPr>
              <a:xfrm>
                <a:off x="4929480" y="32731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4" name="Google Shape;1436;p35"/>
              <p:cNvSpPr/>
              <p:nvPr/>
            </p:nvSpPr>
            <p:spPr>
              <a:xfrm>
                <a:off x="4899600" y="324288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55" name="Google Shape;1437;p35"/>
          <p:cNvGrpSpPr/>
          <p:nvPr/>
        </p:nvGrpSpPr>
        <p:grpSpPr>
          <a:xfrm>
            <a:off x="8017920" y="-313560"/>
            <a:ext cx="133560" cy="1890360"/>
            <a:chOff x="8017920" y="-313560"/>
            <a:chExt cx="133560" cy="1890360"/>
          </a:xfrm>
        </p:grpSpPr>
        <p:sp>
          <p:nvSpPr>
            <p:cNvPr id="1356" name="Google Shape;1438;p35"/>
            <p:cNvSpPr/>
            <p:nvPr/>
          </p:nvSpPr>
          <p:spPr>
            <a:xfrm rot="5400000">
              <a:off x="8017920" y="144324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57" name="Google Shape;1439;p35"/>
            <p:cNvCxnSpPr/>
            <p:nvPr/>
          </p:nvCxnSpPr>
          <p:spPr>
            <a:xfrm>
              <a:off x="8084160" y="-313560"/>
              <a:ext cx="360" cy="1794960"/>
            </a:xfrm>
            <a:prstGeom prst="straightConnector1">
              <a:avLst/>
            </a:prstGeom>
            <a:ln w="9525">
              <a:solidFill>
                <a:srgbClr val="0C0A9E"/>
              </a:solidFill>
              <a:round/>
            </a:ln>
          </p:spPr>
        </p:cxnSp>
        <p:sp>
          <p:nvSpPr>
            <p:cNvPr id="1358" name="Google Shape;1440;p35"/>
            <p:cNvSpPr/>
            <p:nvPr/>
          </p:nvSpPr>
          <p:spPr>
            <a:xfrm rot="5400000">
              <a:off x="8047800" y="1473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9" name="Google Shape;1441;p35"/>
          <p:cNvGrpSpPr/>
          <p:nvPr/>
        </p:nvGrpSpPr>
        <p:grpSpPr>
          <a:xfrm>
            <a:off x="6309360" y="957600"/>
            <a:ext cx="3504960" cy="5118840"/>
            <a:chOff x="6309360" y="957600"/>
            <a:chExt cx="3504960" cy="5118840"/>
          </a:xfrm>
        </p:grpSpPr>
        <p:sp>
          <p:nvSpPr>
            <p:cNvPr id="1360" name="Google Shape;1442;p35"/>
            <p:cNvSpPr/>
            <p:nvPr/>
          </p:nvSpPr>
          <p:spPr>
            <a:xfrm>
              <a:off x="6309360" y="9576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61" name="Google Shape;1443;p35"/>
            <p:cNvGrpSpPr/>
            <p:nvPr/>
          </p:nvGrpSpPr>
          <p:grpSpPr>
            <a:xfrm>
              <a:off x="7728480" y="3644640"/>
              <a:ext cx="133560" cy="133560"/>
              <a:chOff x="7728480" y="3644640"/>
              <a:chExt cx="133560" cy="133560"/>
            </a:xfrm>
          </p:grpSpPr>
          <p:sp>
            <p:nvSpPr>
              <p:cNvPr id="1362" name="Google Shape;1444;p35"/>
              <p:cNvSpPr/>
              <p:nvPr/>
            </p:nvSpPr>
            <p:spPr>
              <a:xfrm>
                <a:off x="7728480" y="36446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3" name="Google Shape;1445;p35"/>
              <p:cNvSpPr/>
              <p:nvPr/>
            </p:nvSpPr>
            <p:spPr>
              <a:xfrm>
                <a:off x="7747200" y="366336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64" name="Google Shape;1446;p35"/>
            <p:cNvGrpSpPr/>
            <p:nvPr/>
          </p:nvGrpSpPr>
          <p:grpSpPr>
            <a:xfrm>
              <a:off x="7344360" y="3270960"/>
              <a:ext cx="133560" cy="133560"/>
              <a:chOff x="7344360" y="3270960"/>
              <a:chExt cx="133560" cy="133560"/>
            </a:xfrm>
          </p:grpSpPr>
          <p:sp>
            <p:nvSpPr>
              <p:cNvPr id="1365" name="Google Shape;1447;p35"/>
              <p:cNvSpPr/>
              <p:nvPr/>
            </p:nvSpPr>
            <p:spPr>
              <a:xfrm>
                <a:off x="7344360" y="327096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1448;p35"/>
              <p:cNvSpPr/>
              <p:nvPr/>
            </p:nvSpPr>
            <p:spPr>
              <a:xfrm>
                <a:off x="7363440" y="32896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67" name="Google Shape;1449;p35"/>
            <p:cNvGrpSpPr/>
            <p:nvPr/>
          </p:nvGrpSpPr>
          <p:grpSpPr>
            <a:xfrm>
              <a:off x="8337960" y="2584440"/>
              <a:ext cx="133560" cy="133560"/>
              <a:chOff x="8337960" y="2584440"/>
              <a:chExt cx="133560" cy="133560"/>
            </a:xfrm>
          </p:grpSpPr>
          <p:sp>
            <p:nvSpPr>
              <p:cNvPr id="1368" name="Google Shape;1450;p35"/>
              <p:cNvSpPr/>
              <p:nvPr/>
            </p:nvSpPr>
            <p:spPr>
              <a:xfrm>
                <a:off x="8337960" y="25844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1451;p35"/>
              <p:cNvSpPr/>
              <p:nvPr/>
            </p:nvSpPr>
            <p:spPr>
              <a:xfrm>
                <a:off x="8356680" y="26035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70" name="Google Shape;1452;p35"/>
            <p:cNvSpPr/>
            <p:nvPr/>
          </p:nvSpPr>
          <p:spPr>
            <a:xfrm rot="5400000">
              <a:off x="7687440" y="114336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 name="PlaceHolder 1"/>
          <p:cNvSpPr>
            <a:spLocks noGrp="1"/>
          </p:cNvSpPr>
          <p:nvPr>
            <p:ph type="title"/>
          </p:nvPr>
        </p:nvSpPr>
        <p:spPr>
          <a:xfrm>
            <a:off x="723960" y="476280"/>
            <a:ext cx="3142800" cy="1847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a:solidFill>
                  <a:schemeClr val="dk2"/>
                </a:solidFill>
                <a:effectLst/>
                <a:uFillTx/>
                <a:latin typeface="IBM Plex Mono"/>
                <a:ea typeface="IBM Plex Mono"/>
              </a:rPr>
              <a:t>Introduction</a:t>
            </a:r>
            <a:endParaRPr lang="fr-FR" sz="3000" b="0" u="none" strike="noStrike">
              <a:solidFill>
                <a:schemeClr val="dk1"/>
              </a:solidFill>
              <a:effectLst/>
              <a:uFillTx/>
              <a:latin typeface="Arial"/>
            </a:endParaRPr>
          </a:p>
        </p:txBody>
      </p:sp>
      <p:sp>
        <p:nvSpPr>
          <p:cNvPr id="1372" name="PlaceHolder 2"/>
          <p:cNvSpPr>
            <a:spLocks noGrp="1"/>
          </p:cNvSpPr>
          <p:nvPr>
            <p:ph type="subTitle"/>
          </p:nvPr>
        </p:nvSpPr>
        <p:spPr>
          <a:xfrm>
            <a:off x="723960" y="2362320"/>
            <a:ext cx="3142800" cy="2247480"/>
          </a:xfrm>
          <a:prstGeom prst="rect">
            <a:avLst/>
          </a:prstGeom>
          <a:noFill/>
          <a:ln w="0">
            <a:noFill/>
          </a:ln>
        </p:spPr>
        <p:txBody>
          <a:bodyPr lIns="91440" tIns="91440" rIns="91440" bIns="91440" anchor="t">
            <a:normAutofit fontScale="85000" lnSpcReduction="9999"/>
          </a:bodyPr>
          <a:lstStyle/>
          <a:p>
            <a:pPr indent="0">
              <a:lnSpc>
                <a:spcPct val="150000"/>
              </a:lnSpc>
              <a:buNone/>
              <a:tabLst>
                <a:tab pos="0" algn="l"/>
              </a:tabLst>
            </a:pPr>
            <a:r>
              <a:rPr lang="en-US" sz="1200" b="0" u="none" strike="noStrike">
                <a:solidFill>
                  <a:schemeClr val="dk1"/>
                </a:solidFill>
                <a:effectLst/>
                <a:uFillTx/>
                <a:latin typeface="Poppins"/>
                <a:ea typeface="Poppins"/>
              </a:rPr>
              <a:t>Welcome to the presentation of </a:t>
            </a:r>
            <a:r>
              <a:rPr lang="en-US" sz="1200" b="0" i="1" u="none" strike="noStrike">
                <a:solidFill>
                  <a:schemeClr val="dk1"/>
                </a:solidFill>
                <a:effectLst/>
                <a:uFillTx/>
                <a:latin typeface="Poppins"/>
                <a:ea typeface="Poppins"/>
              </a:rPr>
              <a:t>Smart Campus Companion</a:t>
            </a:r>
            <a:r>
              <a:rPr lang="en-US" sz="1200" b="0" u="none" strike="noStrike">
                <a:solidFill>
                  <a:schemeClr val="dk1"/>
                </a:solidFill>
                <a:effectLst/>
                <a:uFillTx/>
                <a:latin typeface="Poppins"/>
                <a:ea typeface="Poppins"/>
              </a:rPr>
              <a:t>, an AI-driven academic operating system designed to centralize and enhance academic productivity. This system integrates scheduling, collaboration, note sharing, and reminders into a seamless user experience. Our goal is to demonstrate the technical depth and full-stack maturity of the platform developed as a final-year IT capstone project.</a:t>
            </a:r>
            <a:endParaRPr lang="en-US" sz="1200" b="0" u="none" strike="noStrike">
              <a:solidFill>
                <a:srgbClr val="000000"/>
              </a:solidFill>
              <a:effectLst/>
              <a:uFillTx/>
              <a:latin typeface="OpenSymbol"/>
            </a:endParaRPr>
          </a:p>
        </p:txBody>
      </p:sp>
      <p:grpSp>
        <p:nvGrpSpPr>
          <p:cNvPr id="1373" name="Google Shape;1843;p46"/>
          <p:cNvGrpSpPr/>
          <p:nvPr/>
        </p:nvGrpSpPr>
        <p:grpSpPr>
          <a:xfrm>
            <a:off x="-74880" y="1766160"/>
            <a:ext cx="480600" cy="480600"/>
            <a:chOff x="-74880" y="1766160"/>
            <a:chExt cx="480600" cy="480600"/>
          </a:xfrm>
        </p:grpSpPr>
        <p:sp>
          <p:nvSpPr>
            <p:cNvPr id="1374" name="Google Shape;1844;p46"/>
            <p:cNvSpPr/>
            <p:nvPr/>
          </p:nvSpPr>
          <p:spPr>
            <a:xfrm>
              <a:off x="-74880" y="214524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5" name="Google Shape;1845;p46"/>
            <p:cNvSpPr/>
            <p:nvPr/>
          </p:nvSpPr>
          <p:spPr>
            <a:xfrm>
              <a:off x="-11880" y="208224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6" name="Google Shape;1846;p46"/>
            <p:cNvSpPr/>
            <p:nvPr/>
          </p:nvSpPr>
          <p:spPr>
            <a:xfrm>
              <a:off x="51480" y="201924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7" name="Google Shape;1847;p46"/>
            <p:cNvSpPr/>
            <p:nvPr/>
          </p:nvSpPr>
          <p:spPr>
            <a:xfrm>
              <a:off x="114480" y="195588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8" name="Google Shape;1848;p46"/>
            <p:cNvSpPr/>
            <p:nvPr/>
          </p:nvSpPr>
          <p:spPr>
            <a:xfrm>
              <a:off x="177840" y="189288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9" name="Google Shape;1849;p46"/>
            <p:cNvSpPr/>
            <p:nvPr/>
          </p:nvSpPr>
          <p:spPr>
            <a:xfrm>
              <a:off x="240840" y="182988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0" name="Google Shape;1850;p46"/>
            <p:cNvSpPr/>
            <p:nvPr/>
          </p:nvSpPr>
          <p:spPr>
            <a:xfrm>
              <a:off x="304200" y="176616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81" name="Google Shape;1851;p46"/>
          <p:cNvSpPr/>
          <p:nvPr/>
        </p:nvSpPr>
        <p:spPr>
          <a:xfrm>
            <a:off x="4135680" y="539640"/>
            <a:ext cx="4294800" cy="4068720"/>
          </a:xfrm>
          <a:prstGeom prst="snip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 name="PlaceHolder 1"/>
          <p:cNvSpPr>
            <a:spLocks noGrp="1"/>
          </p:cNvSpPr>
          <p:nvPr>
            <p:ph type="title"/>
          </p:nvPr>
        </p:nvSpPr>
        <p:spPr>
          <a:xfrm>
            <a:off x="723960" y="-456840"/>
            <a:ext cx="1704600" cy="3961800"/>
          </a:xfrm>
          <a:prstGeom prst="rect">
            <a:avLst/>
          </a:prstGeom>
          <a:noFill/>
          <a:ln w="0">
            <a:noFill/>
          </a:ln>
        </p:spPr>
        <p:txBody>
          <a:bodyPr lIns="91440" tIns="91440" rIns="91440" bIns="91440" anchor="ctr">
            <a:spAutoFit/>
          </a:bodyPr>
          <a:lstStyle/>
          <a:p>
            <a:pPr indent="0">
              <a:lnSpc>
                <a:spcPct val="100000"/>
              </a:lnSpc>
              <a:buNone/>
              <a:tabLst>
                <a:tab pos="0" algn="l"/>
              </a:tabLst>
            </a:pPr>
            <a:r>
              <a:rPr lang="en-US" sz="6200" b="0" u="none" strike="noStrike">
                <a:solidFill>
                  <a:srgbClr val="000000"/>
                </a:solidFill>
                <a:effectLst/>
                <a:uFillTx/>
                <a:latin typeface="Poppins"/>
                <a:ea typeface="Poppins"/>
              </a:rPr>
              <a:t>01</a:t>
            </a:r>
            <a:endParaRPr lang="fr-FR" sz="6200" b="0" u="none" strike="noStrike">
              <a:solidFill>
                <a:schemeClr val="dk1"/>
              </a:solidFill>
              <a:effectLst/>
              <a:uFillTx/>
              <a:latin typeface="Arial"/>
            </a:endParaRPr>
          </a:p>
        </p:txBody>
      </p:sp>
      <p:sp>
        <p:nvSpPr>
          <p:cNvPr id="1383" name="PlaceHolder 2"/>
          <p:cNvSpPr>
            <a:spLocks noGrp="1"/>
          </p:cNvSpPr>
          <p:nvPr>
            <p:ph type="subTitle"/>
          </p:nvPr>
        </p:nvSpPr>
        <p:spPr>
          <a:xfrm>
            <a:off x="723960" y="3247920"/>
            <a:ext cx="5600520" cy="456840"/>
          </a:xfrm>
          <a:prstGeom prst="rect">
            <a:avLst/>
          </a:prstGeom>
          <a:noFill/>
          <a:ln w="0">
            <a:noFill/>
          </a:ln>
        </p:spPr>
        <p:txBody>
          <a:bodyPr lIns="91440" tIns="91440" rIns="91440" bIns="91440" anchor="t">
            <a:normAutofit/>
          </a:bodyPr>
          <a:lstStyle/>
          <a:p>
            <a:pPr indent="0" algn="ctr">
              <a:buNone/>
            </a:pPr>
            <a:endParaRPr lang="en-US" sz="1400" b="0" u="none" strike="noStrike">
              <a:solidFill>
                <a:schemeClr val="dk1"/>
              </a:solidFill>
              <a:effectLst/>
              <a:uFillTx/>
              <a:latin typeface="Poppins"/>
              <a:ea typeface="Poppins"/>
            </a:endParaRPr>
          </a:p>
        </p:txBody>
      </p:sp>
      <p:grpSp>
        <p:nvGrpSpPr>
          <p:cNvPr id="1384" name="Google Shape;1485;p38"/>
          <p:cNvGrpSpPr/>
          <p:nvPr/>
        </p:nvGrpSpPr>
        <p:grpSpPr>
          <a:xfrm>
            <a:off x="-374400" y="3354480"/>
            <a:ext cx="3922200" cy="2969640"/>
            <a:chOff x="-374400" y="3354480"/>
            <a:chExt cx="3922200" cy="2969640"/>
          </a:xfrm>
        </p:grpSpPr>
        <p:grpSp>
          <p:nvGrpSpPr>
            <p:cNvPr id="1385" name="Google Shape;1487;p38"/>
            <p:cNvGrpSpPr/>
            <p:nvPr/>
          </p:nvGrpSpPr>
          <p:grpSpPr>
            <a:xfrm>
              <a:off x="1853640" y="4445640"/>
              <a:ext cx="1694160" cy="1359720"/>
              <a:chOff x="1853640" y="4445640"/>
              <a:chExt cx="1694160" cy="1359720"/>
            </a:xfrm>
          </p:grpSpPr>
          <p:sp>
            <p:nvSpPr>
              <p:cNvPr id="1386" name="Google Shape;1488;p38"/>
              <p:cNvSpPr/>
              <p:nvPr/>
            </p:nvSpPr>
            <p:spPr>
              <a:xfrm>
                <a:off x="2287440" y="471384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7" name="Google Shape;1489;p38"/>
              <p:cNvSpPr/>
              <p:nvPr/>
            </p:nvSpPr>
            <p:spPr>
              <a:xfrm>
                <a:off x="2264040" y="44456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8" name="Google Shape;1490;p38"/>
              <p:cNvSpPr/>
              <p:nvPr/>
            </p:nvSpPr>
            <p:spPr>
              <a:xfrm>
                <a:off x="1853640" y="47138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389" name="PlaceHolder 3"/>
          <p:cNvSpPr>
            <a:spLocks noGrp="1"/>
          </p:cNvSpPr>
          <p:nvPr>
            <p:ph type="title"/>
          </p:nvPr>
        </p:nvSpPr>
        <p:spPr>
          <a:xfrm>
            <a:off x="723960" y="2076480"/>
            <a:ext cx="5600520" cy="83772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US" sz="5000" b="1" u="none" strike="noStrike">
                <a:solidFill>
                  <a:schemeClr val="dk2"/>
                </a:solidFill>
                <a:effectLst/>
                <a:uFillTx/>
                <a:latin typeface="IBM Plex Mono"/>
                <a:ea typeface="IBM Plex Mono"/>
              </a:rPr>
              <a:t>Project Introduction</a:t>
            </a:r>
            <a:endParaRPr lang="fr-FR" sz="5000" b="0" u="none" strike="noStrike">
              <a:solidFill>
                <a:schemeClr val="dk1"/>
              </a:solidFill>
              <a:effectLst/>
              <a:uFillTx/>
              <a:latin typeface="Arial"/>
            </a:endParaRPr>
          </a:p>
        </p:txBody>
      </p:sp>
      <p:grpSp>
        <p:nvGrpSpPr>
          <p:cNvPr id="1390" name="Google Shape;1492;p38"/>
          <p:cNvGrpSpPr/>
          <p:nvPr/>
        </p:nvGrpSpPr>
        <p:grpSpPr>
          <a:xfrm>
            <a:off x="6487560" y="-1301040"/>
            <a:ext cx="4267800" cy="6665400"/>
            <a:chOff x="6487560" y="-1301040"/>
            <a:chExt cx="4267800" cy="6665400"/>
          </a:xfrm>
        </p:grpSpPr>
        <p:sp>
          <p:nvSpPr>
            <p:cNvPr id="1391" name="Google Shape;1493;p38"/>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2" name="Google Shape;1494;p38"/>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3" name="Google Shape;1495;p38"/>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4" name="Google Shape;1496;p38"/>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5" name="Google Shape;1497;p38"/>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96" name="Google Shape;1499;p38"/>
            <p:cNvGrpSpPr/>
            <p:nvPr/>
          </p:nvGrpSpPr>
          <p:grpSpPr>
            <a:xfrm>
              <a:off x="8232840" y="4254480"/>
              <a:ext cx="708120" cy="707760"/>
              <a:chOff x="8232840" y="4254480"/>
              <a:chExt cx="708120" cy="707760"/>
            </a:xfrm>
          </p:grpSpPr>
          <p:sp>
            <p:nvSpPr>
              <p:cNvPr id="1397" name="Google Shape;1500;p38"/>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8" name="Google Shape;1501;p38"/>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9" name="Google Shape;1502;p38"/>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0" name="Google Shape;1503;p38"/>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1" name="Google Shape;1504;p38"/>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2" name="Google Shape;1505;p38"/>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3" name="Google Shape;1506;p38"/>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04" name="Google Shape;1507;p38"/>
            <p:cNvGrpSpPr/>
            <p:nvPr/>
          </p:nvGrpSpPr>
          <p:grpSpPr>
            <a:xfrm>
              <a:off x="8999280" y="3354480"/>
              <a:ext cx="457920" cy="457200"/>
              <a:chOff x="8999280" y="3354480"/>
              <a:chExt cx="457920" cy="457200"/>
            </a:xfrm>
          </p:grpSpPr>
          <p:sp>
            <p:nvSpPr>
              <p:cNvPr id="1405" name="Google Shape;1508;p38"/>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6" name="Google Shape;1509;p38"/>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1510;p38"/>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1511;p38"/>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1512;p38"/>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0" name="Google Shape;1513;p38"/>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1514;p38"/>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12" name="Google Shape;1515;p38"/>
            <p:cNvGrpSpPr/>
            <p:nvPr/>
          </p:nvGrpSpPr>
          <p:grpSpPr>
            <a:xfrm>
              <a:off x="8146800" y="539640"/>
              <a:ext cx="207720" cy="207720"/>
              <a:chOff x="8146800" y="539640"/>
              <a:chExt cx="207720" cy="207720"/>
            </a:xfrm>
          </p:grpSpPr>
          <p:sp>
            <p:nvSpPr>
              <p:cNvPr id="1413" name="Google Shape;1516;p38"/>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4" name="Google Shape;1517;p38"/>
              <p:cNvSpPr/>
              <p:nvPr/>
            </p:nvSpPr>
            <p:spPr>
              <a:xfrm>
                <a:off x="8175960" y="568800"/>
                <a:ext cx="149040" cy="14904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15" name="Google Shape;1518;p38"/>
            <p:cNvGrpSpPr/>
            <p:nvPr/>
          </p:nvGrpSpPr>
          <p:grpSpPr>
            <a:xfrm>
              <a:off x="7554240" y="2467800"/>
              <a:ext cx="207720" cy="207720"/>
              <a:chOff x="7554240" y="2467800"/>
              <a:chExt cx="207720" cy="207720"/>
            </a:xfrm>
          </p:grpSpPr>
          <p:sp>
            <p:nvSpPr>
              <p:cNvPr id="1416" name="Google Shape;1519;p38"/>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7" name="Google Shape;1520;p38"/>
              <p:cNvSpPr/>
              <p:nvPr/>
            </p:nvSpPr>
            <p:spPr>
              <a:xfrm>
                <a:off x="7583760" y="2496960"/>
                <a:ext cx="149040" cy="14904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18" name="Google Shape;1521;p38"/>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19" name="Google Shape;1522;p38"/>
          <p:cNvGrpSpPr/>
          <p:nvPr/>
        </p:nvGrpSpPr>
        <p:grpSpPr>
          <a:xfrm>
            <a:off x="795960" y="3019680"/>
            <a:ext cx="4559040" cy="133920"/>
            <a:chOff x="795960" y="3019680"/>
            <a:chExt cx="4559040" cy="133920"/>
          </a:xfrm>
        </p:grpSpPr>
        <p:sp>
          <p:nvSpPr>
            <p:cNvPr id="1420" name="Google Shape;1523;p38"/>
            <p:cNvSpPr/>
            <p:nvPr/>
          </p:nvSpPr>
          <p:spPr>
            <a:xfrm>
              <a:off x="5221080" y="30196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21" name="Google Shape;1524;p38"/>
            <p:cNvCxnSpPr/>
            <p:nvPr/>
          </p:nvCxnSpPr>
          <p:spPr>
            <a:xfrm>
              <a:off x="795960" y="3086640"/>
              <a:ext cx="4463280" cy="360"/>
            </a:xfrm>
            <a:prstGeom prst="straightConnector1">
              <a:avLst/>
            </a:prstGeom>
            <a:ln w="9525">
              <a:solidFill>
                <a:srgbClr val="0C0A9E"/>
              </a:solidFill>
              <a:round/>
            </a:ln>
          </p:spPr>
        </p:cxnSp>
        <p:sp>
          <p:nvSpPr>
            <p:cNvPr id="1422" name="Google Shape;1525;p38"/>
            <p:cNvSpPr/>
            <p:nvPr/>
          </p:nvSpPr>
          <p:spPr>
            <a:xfrm>
              <a:off x="5250960" y="30499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 name="Rectangle 142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dk2"/>
                </a:solidFill>
                <a:effectLst/>
                <a:uFillTx/>
                <a:latin typeface="IBM Plex Mono"/>
              </a:rPr>
              <a:t>Title and Team Details</a:t>
            </a:r>
            <a:endParaRPr lang="en-US" sz="3000" b="0" u="none" strike="noStrike">
              <a:solidFill>
                <a:srgbClr val="000000"/>
              </a:solidFill>
              <a:effectLst/>
              <a:uFillTx/>
              <a:latin typeface="OpenSymbol"/>
            </a:endParaRPr>
          </a:p>
        </p:txBody>
      </p:sp>
      <p:sp>
        <p:nvSpPr>
          <p:cNvPr id="1424" name="Rectangle 1423"/>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The </a:t>
            </a:r>
            <a:r>
              <a:rPr lang="en-US" sz="1200" b="0" i="1" u="none" strike="noStrike">
                <a:solidFill>
                  <a:schemeClr val="dk1"/>
                </a:solidFill>
                <a:effectLst/>
                <a:uFillTx/>
                <a:latin typeface="Poppins"/>
              </a:rPr>
              <a:t>Smart Campus Companion</a:t>
            </a:r>
            <a:r>
              <a:rPr lang="en-US" sz="1200" b="0" u="none" strike="noStrike">
                <a:solidFill>
                  <a:schemeClr val="dk1"/>
                </a:solidFill>
                <a:effectLst/>
                <a:uFillTx/>
                <a:latin typeface="Poppins"/>
              </a:rPr>
              <a:t> project was developed by a dedicated team of final-year IT students. It is submitted under the course requirements of the Computer Science department at our university in 2024. The system combines advanced AI features with a modern MERN stack architecture to provide a comprehensive academic toolset.</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5" name="Rectangle 1424"/>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3000" b="1" u="none" strike="noStrike">
                <a:solidFill>
                  <a:schemeClr val="dk2"/>
                </a:solidFill>
                <a:effectLst/>
                <a:uFillTx/>
                <a:latin typeface="IBM Plex Mono"/>
              </a:rPr>
              <a:t>Executive Summary: AI-driven Academic Ecosystem</a:t>
            </a:r>
            <a:endParaRPr lang="en-US" sz="3000" b="0" u="none" strike="noStrike">
              <a:solidFill>
                <a:srgbClr val="000000"/>
              </a:solidFill>
              <a:effectLst/>
              <a:uFillTx/>
              <a:latin typeface="OpenSymbol"/>
            </a:endParaRPr>
          </a:p>
        </p:txBody>
      </p:sp>
      <p:sp>
        <p:nvSpPr>
          <p:cNvPr id="1426" name="Rectangle 1425"/>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Our platform serves as a centralized </a:t>
            </a:r>
            <a:r>
              <a:rPr lang="en-US" sz="1200" b="1" u="none" strike="noStrike">
                <a:solidFill>
                  <a:schemeClr val="dk1"/>
                </a:solidFill>
                <a:effectLst/>
                <a:uFillTx/>
                <a:latin typeface="Poppins"/>
              </a:rPr>
              <a:t>AI-powered academic ecosystem</a:t>
            </a:r>
            <a:r>
              <a:rPr lang="en-US" sz="1200" b="0" u="none" strike="noStrike">
                <a:solidFill>
                  <a:schemeClr val="dk1"/>
                </a:solidFill>
                <a:effectLst/>
                <a:uFillTx/>
                <a:latin typeface="Poppins"/>
              </a:rPr>
              <a:t>, integrating scheduling, collaboration, note sharing, and reminders. It aims to streamline academic workflows, reduce fragmentation, and boost productivity by leveraging artificial intelligence combined with a scalable web architecture.</a:t>
            </a:r>
            <a:endParaRPr lang="en-US" sz="1200" b="0" u="none" strike="noStrike">
              <a:solidFill>
                <a:srgbClr val="000000"/>
              </a:solidFill>
              <a:effectLst/>
              <a:uFillTx/>
              <a:latin typeface="OpenSymbol"/>
            </a:endParaRPr>
          </a:p>
        </p:txBody>
      </p:sp>
      <p:pic>
        <p:nvPicPr>
          <p:cNvPr id="1427" name="image699a02e3abb46" descr="image699a02e3abb4c"/>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a:solidFill>
                  <a:schemeClr val="dk2"/>
                </a:solidFill>
                <a:effectLst/>
                <a:uFillTx/>
                <a:latin typeface="IBM Plex Mono"/>
                <a:ea typeface="IBM Plex Mono"/>
              </a:rPr>
              <a:t>Background: Fragmentation in Academic Tools</a:t>
            </a:r>
            <a:endParaRPr lang="fr-FR" sz="3000" b="0" u="none" strike="noStrike">
              <a:solidFill>
                <a:schemeClr val="dk1"/>
              </a:solidFill>
              <a:effectLst/>
              <a:uFillTx/>
              <a:latin typeface="Arial"/>
            </a:endParaRPr>
          </a:p>
        </p:txBody>
      </p:sp>
      <p:sp>
        <p:nvSpPr>
          <p:cNvPr id="1429" name="PlaceHolder 2"/>
          <p:cNvSpPr>
            <a:spLocks noGrp="1"/>
          </p:cNvSpPr>
          <p:nvPr>
            <p:ph type="subTitle"/>
          </p:nvPr>
        </p:nvSpPr>
        <p:spPr>
          <a:xfrm>
            <a:off x="4876920" y="1790640"/>
            <a:ext cx="3543120" cy="1828440"/>
          </a:xfrm>
          <a:prstGeom prst="rect">
            <a:avLst/>
          </a:prstGeom>
          <a:noFill/>
          <a:ln w="0">
            <a:noFill/>
          </a:ln>
        </p:spPr>
        <p:txBody>
          <a:bodyPr lIns="91440" tIns="91440" rIns="91440" bIns="91440" anchor="t">
            <a:normAutofit fontScale="92500" lnSpcReduction="10000"/>
          </a:bodyPr>
          <a:lstStyle/>
          <a:p>
            <a:pPr indent="0">
              <a:lnSpc>
                <a:spcPct val="150000"/>
              </a:lnSpc>
              <a:buNone/>
              <a:tabLst>
                <a:tab pos="0" algn="l"/>
              </a:tabLst>
            </a:pPr>
            <a:r>
              <a:rPr lang="en-US" sz="1200" b="0" u="none" strike="noStrike">
                <a:solidFill>
                  <a:schemeClr val="dk1"/>
                </a:solidFill>
                <a:effectLst/>
                <a:uFillTx/>
                <a:latin typeface="Poppins"/>
                <a:ea typeface="Poppins"/>
              </a:rPr>
              <a:t>Current academic environments suffer from fragmented tools lacking integration. Students face challenges managing multiple platforms for scheduling, collaboration, and resources, leading to inefficiency and disorganized workflows. This project addresses the need for a unified, intelligent operating system.</a:t>
            </a:r>
            <a:endParaRPr lang="en-US" sz="1200" b="0" u="none" strike="noStrike">
              <a:solidFill>
                <a:srgbClr val="000000"/>
              </a:solidFill>
              <a:effectLst/>
              <a:uFillTx/>
              <a:latin typeface="OpenSymbol"/>
            </a:endParaRPr>
          </a:p>
        </p:txBody>
      </p:sp>
      <p:sp>
        <p:nvSpPr>
          <p:cNvPr id="1430" name="PlaceHolder 3"/>
          <p:cNvSpPr>
            <a:spLocks noGrp="1"/>
          </p:cNvSpPr>
          <p:nvPr>
            <p:ph type="subTitle"/>
          </p:nvPr>
        </p:nvSpPr>
        <p:spPr>
          <a:xfrm>
            <a:off x="723960" y="1790640"/>
            <a:ext cx="3543120" cy="1828440"/>
          </a:xfrm>
          <a:prstGeom prst="rect">
            <a:avLst/>
          </a:prstGeom>
          <a:noFill/>
          <a:ln w="0">
            <a:noFill/>
          </a:ln>
        </p:spPr>
        <p:txBody>
          <a:bodyPr lIns="91440" tIns="91440" rIns="91440" bIns="91440" anchor="t">
            <a:normAutofit fontScale="92500"/>
          </a:bodyPr>
          <a:lstStyle/>
          <a:p>
            <a:pPr indent="0">
              <a:lnSpc>
                <a:spcPct val="150000"/>
              </a:lnSpc>
              <a:buNone/>
              <a:tabLst>
                <a:tab pos="0" algn="l"/>
              </a:tabLst>
            </a:pPr>
            <a:r>
              <a:rPr lang="en-US" sz="1200" b="0" u="none" strike="noStrike">
                <a:solidFill>
                  <a:srgbClr val="000000"/>
                </a:solidFill>
                <a:effectLst/>
                <a:uFillTx/>
                <a:latin typeface="Calibri"/>
                <a:ea typeface="Poppins"/>
              </a:rPr>
              <a:t>Current academic environments suffer from fragmented tools lacking integration. Students face challenges managing multiple platforms for scheduling, collaboration, and resources, leading to inefficiency and disorganized workflows. This project addresses the need for a unified, intelligent operating system.</a:t>
            </a:r>
            <a:endParaRPr lang="en-US" sz="1200" b="0" u="none" strike="noStrike">
              <a:solidFill>
                <a:srgbClr val="000000"/>
              </a:solidFill>
              <a:effectLst/>
              <a:uFillTx/>
              <a:latin typeface="OpenSymbol"/>
            </a:endParaRPr>
          </a:p>
        </p:txBody>
      </p:sp>
      <p:grpSp>
        <p:nvGrpSpPr>
          <p:cNvPr id="1431" name="Google Shape;1533;p39"/>
          <p:cNvGrpSpPr/>
          <p:nvPr/>
        </p:nvGrpSpPr>
        <p:grpSpPr>
          <a:xfrm>
            <a:off x="-123840" y="4132440"/>
            <a:ext cx="4558680" cy="1140480"/>
            <a:chOff x="-123840" y="4132440"/>
            <a:chExt cx="4558680" cy="1140480"/>
          </a:xfrm>
        </p:grpSpPr>
        <p:grpSp>
          <p:nvGrpSpPr>
            <p:cNvPr id="1432" name="Google Shape;1534;p39"/>
            <p:cNvGrpSpPr/>
            <p:nvPr/>
          </p:nvGrpSpPr>
          <p:grpSpPr>
            <a:xfrm>
              <a:off x="360" y="4132440"/>
              <a:ext cx="2307960" cy="1140480"/>
              <a:chOff x="360" y="4132440"/>
              <a:chExt cx="2307960" cy="1140480"/>
            </a:xfrm>
          </p:grpSpPr>
          <p:sp>
            <p:nvSpPr>
              <p:cNvPr id="1433"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4"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35" name="Google Shape;1537;p39"/>
            <p:cNvGrpSpPr/>
            <p:nvPr/>
          </p:nvGrpSpPr>
          <p:grpSpPr>
            <a:xfrm>
              <a:off x="-123840" y="4386240"/>
              <a:ext cx="4558680" cy="133920"/>
              <a:chOff x="-123840" y="4386240"/>
              <a:chExt cx="4558680" cy="133920"/>
            </a:xfrm>
          </p:grpSpPr>
          <p:sp>
            <p:nvSpPr>
              <p:cNvPr id="1436"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37" name="Google Shape;1539;p39"/>
              <p:cNvCxnSpPr/>
              <p:nvPr/>
            </p:nvCxnSpPr>
            <p:spPr>
              <a:xfrm>
                <a:off x="-123840" y="4453200"/>
                <a:ext cx="4462920" cy="360"/>
              </a:xfrm>
              <a:prstGeom prst="straightConnector1">
                <a:avLst/>
              </a:prstGeom>
              <a:ln w="9525">
                <a:solidFill>
                  <a:srgbClr val="0C0A9E"/>
                </a:solidFill>
                <a:round/>
              </a:ln>
            </p:spPr>
          </p:cxnSp>
          <p:sp>
            <p:nvSpPr>
              <p:cNvPr id="1438"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 name="Rectangle 1438"/>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02</a:t>
            </a:r>
            <a:endParaRPr lang="en-US" sz="5000" b="0" u="none" strike="noStrike">
              <a:solidFill>
                <a:srgbClr val="000000"/>
              </a:solidFill>
              <a:effectLst/>
              <a:uFillTx/>
              <a:latin typeface="OpenSymbol"/>
            </a:endParaRPr>
          </a:p>
        </p:txBody>
      </p:sp>
      <p:sp>
        <p:nvSpPr>
          <p:cNvPr id="1440" name="Rectangle 1439"/>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4000" b="1" u="none" strike="noStrike">
                <a:solidFill>
                  <a:schemeClr val="dk2"/>
                </a:solidFill>
                <a:effectLst/>
                <a:uFillTx/>
                <a:latin typeface="IBM Plex Mono"/>
              </a:rPr>
              <a:t>System Architecture and Design</a:t>
            </a:r>
            <a:endParaRPr lang="en-US" sz="4000" b="0" u="none" strike="noStrike">
              <a:solidFill>
                <a:srgbClr val="000000"/>
              </a:solidFill>
              <a:effectLst/>
              <a:uFillTx/>
              <a:latin typeface="OpenSymbol"/>
            </a:endParaRPr>
          </a:p>
        </p:txBody>
      </p:sp>
      <p:pic>
        <p:nvPicPr>
          <p:cNvPr id="1441" name="image699a02e3bcfdc" descr="image699a02e3bcfe1"/>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2" name="Rectangle 1441"/>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3000" b="1" u="none" strike="noStrike">
                <a:solidFill>
                  <a:schemeClr val="dk2"/>
                </a:solidFill>
                <a:effectLst/>
                <a:uFillTx/>
                <a:latin typeface="IBM Plex Mono"/>
              </a:rPr>
              <a:t>High-Level MERN Architecture</a:t>
            </a:r>
            <a:endParaRPr lang="en-US" sz="3000" b="0" u="none" strike="noStrike">
              <a:solidFill>
                <a:srgbClr val="000000"/>
              </a:solidFill>
              <a:effectLst/>
              <a:uFillTx/>
              <a:latin typeface="OpenSymbol"/>
            </a:endParaRPr>
          </a:p>
        </p:txBody>
      </p:sp>
      <p:sp>
        <p:nvSpPr>
          <p:cNvPr id="1443" name="Rectangle 1442"/>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The platform is built on a robust 3-layer MERN stack: </a:t>
            </a:r>
            <a:r>
              <a:rPr lang="en-US" sz="1200" b="1" u="none" strike="noStrike">
                <a:solidFill>
                  <a:schemeClr val="dk1"/>
                </a:solidFill>
                <a:effectLst/>
                <a:uFillTx/>
                <a:latin typeface="Poppins"/>
              </a:rPr>
              <a:t>React frontend</a:t>
            </a:r>
            <a:r>
              <a:rPr lang="en-US" sz="1200" b="0" u="none" strike="noStrike">
                <a:solidFill>
                  <a:schemeClr val="dk1"/>
                </a:solidFill>
                <a:effectLst/>
                <a:uFillTx/>
                <a:latin typeface="Poppins"/>
              </a:rPr>
              <a:t> for UI/UX, </a:t>
            </a:r>
            <a:r>
              <a:rPr lang="en-US" sz="1200" b="1" u="none" strike="noStrike">
                <a:solidFill>
                  <a:schemeClr val="dk1"/>
                </a:solidFill>
                <a:effectLst/>
                <a:uFillTx/>
                <a:latin typeface="Poppins"/>
              </a:rPr>
              <a:t>Node.js with Express backend</a:t>
            </a:r>
            <a:r>
              <a:rPr lang="en-US" sz="1200" b="0" u="none" strike="noStrike">
                <a:solidFill>
                  <a:schemeClr val="dk1"/>
                </a:solidFill>
                <a:effectLst/>
                <a:uFillTx/>
                <a:latin typeface="Poppins"/>
              </a:rPr>
              <a:t> for API handling, and </a:t>
            </a:r>
            <a:r>
              <a:rPr lang="en-US" sz="1200" b="1" u="none" strike="noStrike">
                <a:solidFill>
                  <a:schemeClr val="dk1"/>
                </a:solidFill>
                <a:effectLst/>
                <a:uFillTx/>
                <a:latin typeface="Poppins"/>
              </a:rPr>
              <a:t>MongoDB</a:t>
            </a:r>
            <a:r>
              <a:rPr lang="en-US" sz="1200" b="0" u="none" strike="noStrike">
                <a:solidFill>
                  <a:schemeClr val="dk1"/>
                </a:solidFill>
                <a:effectLst/>
                <a:uFillTx/>
                <a:latin typeface="Poppins"/>
              </a:rPr>
              <a:t> for flexible data storage. An external API integration layer enhances system capabilities, creating a scalable and maintainable architecture.</a:t>
            </a:r>
            <a:endParaRPr lang="en-US" sz="1200" b="0" u="none" strike="noStrike">
              <a:solidFill>
                <a:srgbClr val="000000"/>
              </a:solidFill>
              <a:effectLst/>
              <a:uFillTx/>
              <a:latin typeface="OpenSymbol"/>
            </a:endParaRPr>
          </a:p>
        </p:txBody>
      </p:sp>
      <p:pic>
        <p:nvPicPr>
          <p:cNvPr id="1444" name="image699a02e3cd322" descr="image699a02e3cd328"/>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 name="Rectangle 1444"/>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dk2"/>
                </a:solidFill>
                <a:effectLst/>
                <a:uFillTx/>
                <a:latin typeface="IBM Plex Mono"/>
              </a:rPr>
              <a:t>Authentication and Security Model</a:t>
            </a:r>
            <a:endParaRPr lang="en-US" sz="3000" b="0" u="none" strike="noStrike">
              <a:solidFill>
                <a:srgbClr val="000000"/>
              </a:solidFill>
              <a:effectLst/>
              <a:uFillTx/>
              <a:latin typeface="OpenSymbol"/>
            </a:endParaRPr>
          </a:p>
        </p:txBody>
      </p:sp>
      <p:sp>
        <p:nvSpPr>
          <p:cNvPr id="1446" name="Rectangle 1445"/>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Security is enforced using </a:t>
            </a:r>
            <a:r>
              <a:rPr lang="en-US" sz="1200" b="1" u="none" strike="noStrike">
                <a:solidFill>
                  <a:schemeClr val="dk1"/>
                </a:solidFill>
                <a:effectLst/>
                <a:uFillTx/>
                <a:latin typeface="Poppins"/>
              </a:rPr>
              <a:t>JWT-based authentication</a:t>
            </a:r>
            <a:r>
              <a:rPr lang="en-US" sz="1200" b="0" u="none" strike="noStrike">
                <a:solidFill>
                  <a:schemeClr val="dk1"/>
                </a:solidFill>
                <a:effectLst/>
                <a:uFillTx/>
                <a:latin typeface="Poppins"/>
              </a:rPr>
              <a:t>, ensuring secure user sessions and authorized access. The authentication flow includes token generation, validation, and renewal, with a simple flow diagram illustrating user login, token verification, and protected resource access.</a:t>
            </a:r>
            <a:endParaRPr lang="en-US" sz="12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a:solidFill>
                  <a:schemeClr val="dk2"/>
                </a:solidFill>
                <a:effectLst/>
                <a:uFillTx/>
                <a:latin typeface="IBM Plex Mono"/>
                <a:ea typeface="IBM Plex Mono"/>
              </a:rPr>
              <a:t>Database Design and NoSQL Justification</a:t>
            </a:r>
            <a:endParaRPr lang="fr-FR" sz="3000" b="0" u="none" strike="noStrike">
              <a:solidFill>
                <a:schemeClr val="dk1"/>
              </a:solidFill>
              <a:effectLst/>
              <a:uFillTx/>
              <a:latin typeface="Arial"/>
            </a:endParaRPr>
          </a:p>
        </p:txBody>
      </p:sp>
      <p:sp>
        <p:nvSpPr>
          <p:cNvPr id="1448" name="PlaceHolder 2"/>
          <p:cNvSpPr>
            <a:spLocks noGrp="1"/>
          </p:cNvSpPr>
          <p:nvPr>
            <p:ph type="subTitle"/>
          </p:nvPr>
        </p:nvSpPr>
        <p:spPr>
          <a:xfrm>
            <a:off x="4876920" y="1790640"/>
            <a:ext cx="3543120" cy="1828440"/>
          </a:xfrm>
          <a:prstGeom prst="rect">
            <a:avLst/>
          </a:prstGeom>
          <a:noFill/>
          <a:ln w="0">
            <a:noFill/>
          </a:ln>
        </p:spPr>
        <p:txBody>
          <a:bodyPr lIns="91440" tIns="91440" rIns="91440" bIns="91440" anchor="t">
            <a:normAutofit fontScale="85000" lnSpcReduction="19999"/>
          </a:bodyPr>
          <a:lstStyle/>
          <a:p>
            <a:pPr indent="0">
              <a:lnSpc>
                <a:spcPct val="150000"/>
              </a:lnSpc>
              <a:buNone/>
              <a:tabLst>
                <a:tab pos="0" algn="l"/>
              </a:tabLst>
            </a:pPr>
            <a:r>
              <a:rPr lang="en-US" sz="1200" b="0" u="none" strike="noStrike">
                <a:solidFill>
                  <a:schemeClr val="dk1"/>
                </a:solidFill>
                <a:effectLst/>
                <a:uFillTx/>
                <a:latin typeface="Poppins"/>
                <a:ea typeface="Poppins"/>
              </a:rPr>
              <a:t>Our system uses </a:t>
            </a:r>
            <a:r>
              <a:rPr lang="en-US" sz="1200" b="1" u="none" strike="noStrike">
                <a:solidFill>
                  <a:schemeClr val="dk1"/>
                </a:solidFill>
                <a:effectLst/>
                <a:uFillTx/>
                <a:latin typeface="Poppins"/>
                <a:ea typeface="Poppins"/>
              </a:rPr>
              <a:t>MongoDB</a:t>
            </a:r>
            <a:r>
              <a:rPr lang="en-US" sz="1200" b="0" u="none" strike="noStrike">
                <a:solidFill>
                  <a:schemeClr val="dk1"/>
                </a:solidFill>
                <a:effectLst/>
                <a:uFillTx/>
                <a:latin typeface="Poppins"/>
                <a:ea typeface="Poppins"/>
              </a:rPr>
              <a:t> for its scalable, flexible document-oriented database design, ideal for handling diverse academic data types. Collections include users, schedules, notes, events, and messages. The NoSQL approach supports dynamic schemas, allowing rapid iteration and real-time data access crucial for an adaptive academic operating system.</a:t>
            </a:r>
            <a:endParaRPr lang="en-US" sz="1200" b="0" u="none" strike="noStrike">
              <a:solidFill>
                <a:srgbClr val="000000"/>
              </a:solidFill>
              <a:effectLst/>
              <a:uFillTx/>
              <a:latin typeface="OpenSymbol"/>
            </a:endParaRPr>
          </a:p>
        </p:txBody>
      </p:sp>
      <p:sp>
        <p:nvSpPr>
          <p:cNvPr id="1449" name="PlaceHolder 3"/>
          <p:cNvSpPr>
            <a:spLocks noGrp="1"/>
          </p:cNvSpPr>
          <p:nvPr>
            <p:ph type="subTitle"/>
          </p:nvPr>
        </p:nvSpPr>
        <p:spPr>
          <a:xfrm>
            <a:off x="723960" y="1790640"/>
            <a:ext cx="3543120" cy="1828440"/>
          </a:xfrm>
          <a:prstGeom prst="rect">
            <a:avLst/>
          </a:prstGeom>
          <a:noFill/>
          <a:ln w="0">
            <a:noFill/>
          </a:ln>
        </p:spPr>
        <p:txBody>
          <a:bodyPr lIns="91440" tIns="91440" rIns="91440" bIns="91440" anchor="t">
            <a:normAutofit fontScale="92500" lnSpcReduction="9999"/>
          </a:bodyPr>
          <a:lstStyle/>
          <a:p>
            <a:pPr indent="0">
              <a:lnSpc>
                <a:spcPct val="150000"/>
              </a:lnSpc>
              <a:buNone/>
              <a:tabLst>
                <a:tab pos="0" algn="l"/>
              </a:tabLst>
            </a:pPr>
            <a:r>
              <a:rPr lang="en-US" sz="1200" b="0" u="none" strike="noStrike">
                <a:solidFill>
                  <a:srgbClr val="000000"/>
                </a:solidFill>
                <a:effectLst/>
                <a:uFillTx/>
                <a:latin typeface="Calibri"/>
                <a:ea typeface="Poppins"/>
              </a:rPr>
              <a:t>Our system uses </a:t>
            </a:r>
            <a:r>
              <a:rPr lang="en-US" sz="1200" b="1" u="none" strike="noStrike">
                <a:solidFill>
                  <a:srgbClr val="000000"/>
                </a:solidFill>
                <a:effectLst/>
                <a:uFillTx/>
                <a:latin typeface="Calibri"/>
                <a:ea typeface="Poppins"/>
              </a:rPr>
              <a:t>MongoDB</a:t>
            </a:r>
            <a:r>
              <a:rPr lang="en-US" sz="1200" b="0" u="none" strike="noStrike">
                <a:solidFill>
                  <a:srgbClr val="000000"/>
                </a:solidFill>
                <a:effectLst/>
                <a:uFillTx/>
                <a:latin typeface="Calibri"/>
                <a:ea typeface="Poppins"/>
              </a:rPr>
              <a:t> for its scalable, flexible document-oriented database design, ideal for handling diverse academic data types. Collections include users, schedules, notes, events, and messages. The NoSQL approach supports dynamic schemas, allowing rapid iteration and real-time data access crucial for an adaptive academic operating system.</a:t>
            </a:r>
            <a:endParaRPr lang="en-US" sz="1200" b="0" u="none" strike="noStrike">
              <a:solidFill>
                <a:srgbClr val="000000"/>
              </a:solidFill>
              <a:effectLst/>
              <a:uFillTx/>
              <a:latin typeface="OpenSymbol"/>
            </a:endParaRPr>
          </a:p>
        </p:txBody>
      </p:sp>
      <p:grpSp>
        <p:nvGrpSpPr>
          <p:cNvPr id="1450" name="Google Shape;1533;p39"/>
          <p:cNvGrpSpPr/>
          <p:nvPr/>
        </p:nvGrpSpPr>
        <p:grpSpPr>
          <a:xfrm>
            <a:off x="-123840" y="4132440"/>
            <a:ext cx="4558680" cy="1140480"/>
            <a:chOff x="-123840" y="4132440"/>
            <a:chExt cx="4558680" cy="1140480"/>
          </a:xfrm>
        </p:grpSpPr>
        <p:grpSp>
          <p:nvGrpSpPr>
            <p:cNvPr id="1451" name="Google Shape;1534;p39"/>
            <p:cNvGrpSpPr/>
            <p:nvPr/>
          </p:nvGrpSpPr>
          <p:grpSpPr>
            <a:xfrm>
              <a:off x="360" y="4132440"/>
              <a:ext cx="2307960" cy="1140480"/>
              <a:chOff x="360" y="4132440"/>
              <a:chExt cx="2307960" cy="1140480"/>
            </a:xfrm>
          </p:grpSpPr>
          <p:sp>
            <p:nvSpPr>
              <p:cNvPr id="1452"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3"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54" name="Google Shape;1537;p39"/>
            <p:cNvGrpSpPr/>
            <p:nvPr/>
          </p:nvGrpSpPr>
          <p:grpSpPr>
            <a:xfrm>
              <a:off x="-123840" y="4386240"/>
              <a:ext cx="4558680" cy="133920"/>
              <a:chOff x="-123840" y="4386240"/>
              <a:chExt cx="4558680" cy="133920"/>
            </a:xfrm>
          </p:grpSpPr>
          <p:sp>
            <p:nvSpPr>
              <p:cNvPr id="1455"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56" name="Google Shape;1539;p39"/>
              <p:cNvCxnSpPr/>
              <p:nvPr/>
            </p:nvCxnSpPr>
            <p:spPr>
              <a:xfrm>
                <a:off x="-123840" y="4453200"/>
                <a:ext cx="4462920" cy="360"/>
              </a:xfrm>
              <a:prstGeom prst="straightConnector1">
                <a:avLst/>
              </a:prstGeom>
              <a:ln w="9525">
                <a:solidFill>
                  <a:srgbClr val="0C0A9E"/>
                </a:solidFill>
                <a:round/>
              </a:ln>
            </p:spPr>
          </p:cxnSp>
          <p:sp>
            <p:nvSpPr>
              <p:cNvPr id="1457"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 name="Rectangle 1457"/>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02</a:t>
            </a:r>
            <a:endParaRPr lang="en-US" sz="5000" b="0" u="none" strike="noStrike">
              <a:solidFill>
                <a:srgbClr val="000000"/>
              </a:solidFill>
              <a:effectLst/>
              <a:uFillTx/>
              <a:latin typeface="OpenSymbol"/>
            </a:endParaRPr>
          </a:p>
        </p:txBody>
      </p:sp>
      <p:sp>
        <p:nvSpPr>
          <p:cNvPr id="1459" name="Rectangle 1458"/>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defTabSz="914400">
              <a:lnSpc>
                <a:spcPct val="100000"/>
              </a:lnSpc>
              <a:tabLst>
                <a:tab pos="0" algn="l"/>
              </a:tabLst>
            </a:pPr>
            <a:r>
              <a:rPr lang="en-US" sz="4000" b="1" u="none" strike="noStrike">
                <a:solidFill>
                  <a:schemeClr val="dk2"/>
                </a:solidFill>
                <a:effectLst/>
                <a:uFillTx/>
                <a:latin typeface="IBM Plex Mono"/>
              </a:rPr>
              <a:t>Core Functional Engines</a:t>
            </a:r>
            <a:endParaRPr lang="en-US" sz="40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 name="Rectangle 145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3000" b="1" u="none" strike="noStrike">
                <a:solidFill>
                  <a:schemeClr val="dk2"/>
                </a:solidFill>
                <a:effectLst/>
                <a:uFillTx/>
                <a:latin typeface="IBM Plex Mono"/>
              </a:rPr>
              <a:t>AI Productivity Engine Workflow</a:t>
            </a:r>
            <a:endParaRPr lang="en-US" sz="3000" b="0" u="none" strike="noStrike">
              <a:solidFill>
                <a:srgbClr val="000000"/>
              </a:solidFill>
              <a:effectLst/>
              <a:uFillTx/>
              <a:latin typeface="OpenSymbol"/>
            </a:endParaRPr>
          </a:p>
        </p:txBody>
      </p:sp>
      <p:sp>
        <p:nvSpPr>
          <p:cNvPr id="1461" name="Rectangle 1460"/>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The AI Productivity Engine processes input data such as schedules and notes to generate </a:t>
            </a:r>
            <a:r>
              <a:rPr lang="en-US" sz="1200" b="1" u="none" strike="noStrike">
                <a:solidFill>
                  <a:schemeClr val="dk1"/>
                </a:solidFill>
                <a:effectLst/>
                <a:uFillTx/>
                <a:latin typeface="Poppins"/>
              </a:rPr>
              <a:t>structured academic workflows</a:t>
            </a:r>
            <a:r>
              <a:rPr lang="en-US" sz="1200" b="0" u="none" strike="noStrike">
                <a:solidFill>
                  <a:schemeClr val="dk1"/>
                </a:solidFill>
                <a:effectLst/>
                <a:uFillTx/>
                <a:latin typeface="Poppins"/>
              </a:rPr>
              <a:t>. Input is analyzed by AI algorithms, producing optimized schedules and reminders, which sync seamlessly with the user calendar. This engine boosts productivity by automating task prioritization and enhancing time management.</a:t>
            </a:r>
            <a:endParaRPr lang="en-US" sz="1200" b="0" u="none" strike="noStrike">
              <a:solidFill>
                <a:srgbClr val="000000"/>
              </a:solidFill>
              <a:effectLst/>
              <a:uFillTx/>
              <a:latin typeface="OpenSymbol"/>
            </a:endParaRPr>
          </a:p>
        </p:txBody>
      </p:sp>
      <p:pic>
        <p:nvPicPr>
          <p:cNvPr id="1462" name="image699a02e3dfabe" descr="image699a02e3dfac3"/>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 name="Rectangle 146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dk2"/>
                </a:solidFill>
                <a:effectLst/>
                <a:uFillTx/>
                <a:latin typeface="IBM Plex Mono"/>
              </a:rPr>
              <a:t>Collaboration and Messaging Engine</a:t>
            </a:r>
            <a:endParaRPr lang="en-US" sz="3000" b="0" u="none" strike="noStrike">
              <a:solidFill>
                <a:srgbClr val="000000"/>
              </a:solidFill>
              <a:effectLst/>
              <a:uFillTx/>
              <a:latin typeface="OpenSymbol"/>
            </a:endParaRPr>
          </a:p>
        </p:txBody>
      </p:sp>
      <p:sp>
        <p:nvSpPr>
          <p:cNvPr id="1464" name="Rectangle 1463"/>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This engine facilitates </a:t>
            </a:r>
            <a:r>
              <a:rPr lang="en-US" sz="1200" b="1" u="none" strike="noStrike">
                <a:solidFill>
                  <a:schemeClr val="dk1"/>
                </a:solidFill>
                <a:effectLst/>
                <a:uFillTx/>
                <a:latin typeface="Poppins"/>
              </a:rPr>
              <a:t>secure real-time collaboration</a:t>
            </a:r>
            <a:r>
              <a:rPr lang="en-US" sz="1200" b="0" u="none" strike="noStrike">
                <a:solidFill>
                  <a:schemeClr val="dk1"/>
                </a:solidFill>
                <a:effectLst/>
                <a:uFillTx/>
                <a:latin typeface="Poppins"/>
              </a:rPr>
              <a:t> through study groups and passkey joining mechanisms. It supports instant messaging with message persistence and notification features. The system is designed for seamless teamwork, promoting structured academic cooperation among students.</a:t>
            </a:r>
            <a:endParaRPr lang="en-US" sz="1200" b="0" u="none" strike="noStrike">
              <a:solidFill>
                <a:srgbClr val="000000"/>
              </a:solidFill>
              <a:effectLst/>
              <a:uFillTx/>
              <a:latin typeface="OpenSymbo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a:solidFill>
                  <a:schemeClr val="dk2"/>
                </a:solidFill>
                <a:effectLst/>
                <a:uFillTx/>
                <a:latin typeface="IBM Plex Mono"/>
                <a:ea typeface="IBM Plex Mono"/>
              </a:rPr>
              <a:t>Resource Sharing and Academic Event Management</a:t>
            </a:r>
            <a:endParaRPr lang="fr-FR" sz="3000" b="0" u="none" strike="noStrike">
              <a:solidFill>
                <a:schemeClr val="dk1"/>
              </a:solidFill>
              <a:effectLst/>
              <a:uFillTx/>
              <a:latin typeface="Arial"/>
            </a:endParaRPr>
          </a:p>
        </p:txBody>
      </p:sp>
      <p:sp>
        <p:nvSpPr>
          <p:cNvPr id="1466" name="PlaceHolder 2"/>
          <p:cNvSpPr>
            <a:spLocks noGrp="1"/>
          </p:cNvSpPr>
          <p:nvPr>
            <p:ph type="subTitle"/>
          </p:nvPr>
        </p:nvSpPr>
        <p:spPr>
          <a:xfrm>
            <a:off x="4876920" y="1790640"/>
            <a:ext cx="3543120" cy="1828440"/>
          </a:xfrm>
          <a:prstGeom prst="rect">
            <a:avLst/>
          </a:prstGeom>
          <a:noFill/>
          <a:ln w="0">
            <a:noFill/>
          </a:ln>
        </p:spPr>
        <p:txBody>
          <a:bodyPr lIns="91440" tIns="91440" rIns="91440" bIns="91440" anchor="t">
            <a:normAutofit fontScale="92500" lnSpcReduction="10000"/>
          </a:bodyPr>
          <a:lstStyle/>
          <a:p>
            <a:pPr indent="0">
              <a:lnSpc>
                <a:spcPct val="150000"/>
              </a:lnSpc>
              <a:buNone/>
              <a:tabLst>
                <a:tab pos="0" algn="l"/>
              </a:tabLst>
            </a:pPr>
            <a:r>
              <a:rPr lang="en-US" sz="1200" b="0" u="none" strike="noStrike">
                <a:solidFill>
                  <a:schemeClr val="dk1"/>
                </a:solidFill>
                <a:effectLst/>
                <a:uFillTx/>
                <a:latin typeface="Poppins"/>
                <a:ea typeface="Poppins"/>
              </a:rPr>
              <a:t>The platform enables </a:t>
            </a:r>
            <a:r>
              <a:rPr lang="en-US" sz="1200" b="1" u="none" strike="noStrike">
                <a:solidFill>
                  <a:schemeClr val="dk1"/>
                </a:solidFill>
                <a:effectLst/>
                <a:uFillTx/>
                <a:latin typeface="Poppins"/>
                <a:ea typeface="Poppins"/>
              </a:rPr>
              <a:t>note sharing, tagging, and commenting</a:t>
            </a:r>
            <a:r>
              <a:rPr lang="en-US" sz="1200" b="0" u="none" strike="noStrike">
                <a:solidFill>
                  <a:schemeClr val="dk1"/>
                </a:solidFill>
                <a:effectLst/>
                <a:uFillTx/>
                <a:latin typeface="Poppins"/>
                <a:ea typeface="Poppins"/>
              </a:rPr>
              <a:t> to enhance academic resource accessibility. Additionally, it manages academic events such as exam tracking and assignment deadlines, providing timely reminders to keep students on schedule and improve academic performance.</a:t>
            </a:r>
            <a:endParaRPr lang="en-US" sz="1200" b="0" u="none" strike="noStrike">
              <a:solidFill>
                <a:srgbClr val="000000"/>
              </a:solidFill>
              <a:effectLst/>
              <a:uFillTx/>
              <a:latin typeface="OpenSymbol"/>
            </a:endParaRPr>
          </a:p>
        </p:txBody>
      </p:sp>
      <p:sp>
        <p:nvSpPr>
          <p:cNvPr id="1467" name="PlaceHolder 3"/>
          <p:cNvSpPr>
            <a:spLocks noGrp="1"/>
          </p:cNvSpPr>
          <p:nvPr>
            <p:ph type="subTitle"/>
          </p:nvPr>
        </p:nvSpPr>
        <p:spPr>
          <a:xfrm>
            <a:off x="723960" y="1790640"/>
            <a:ext cx="3543120" cy="18284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rgbClr val="000000"/>
                </a:solidFill>
                <a:effectLst/>
                <a:uFillTx/>
                <a:latin typeface="Calibri"/>
                <a:ea typeface="Poppins"/>
              </a:rPr>
              <a:t>The platform enables </a:t>
            </a:r>
            <a:r>
              <a:rPr lang="en-US" sz="1200" b="1" u="none" strike="noStrike">
                <a:solidFill>
                  <a:srgbClr val="000000"/>
                </a:solidFill>
                <a:effectLst/>
                <a:uFillTx/>
                <a:latin typeface="Calibri"/>
                <a:ea typeface="Poppins"/>
              </a:rPr>
              <a:t>note sharing, tagging, and commenting</a:t>
            </a:r>
            <a:r>
              <a:rPr lang="en-US" sz="1200" b="0" u="none" strike="noStrike">
                <a:solidFill>
                  <a:srgbClr val="000000"/>
                </a:solidFill>
                <a:effectLst/>
                <a:uFillTx/>
                <a:latin typeface="Calibri"/>
                <a:ea typeface="Poppins"/>
              </a:rPr>
              <a:t> to enhance academic resource accessibility. Additionally, it manages academic events such as exam tracking and assignment deadlines, providing timely reminders to keep students on schedule and improve academic performance.</a:t>
            </a:r>
            <a:endParaRPr lang="en-US" sz="1200" b="0" u="none" strike="noStrike">
              <a:solidFill>
                <a:srgbClr val="000000"/>
              </a:solidFill>
              <a:effectLst/>
              <a:uFillTx/>
              <a:latin typeface="OpenSymbol"/>
            </a:endParaRPr>
          </a:p>
        </p:txBody>
      </p:sp>
      <p:grpSp>
        <p:nvGrpSpPr>
          <p:cNvPr id="1468" name="Google Shape;1533;p39"/>
          <p:cNvGrpSpPr/>
          <p:nvPr/>
        </p:nvGrpSpPr>
        <p:grpSpPr>
          <a:xfrm>
            <a:off x="-123840" y="4132440"/>
            <a:ext cx="4558680" cy="1140480"/>
            <a:chOff x="-123840" y="4132440"/>
            <a:chExt cx="4558680" cy="1140480"/>
          </a:xfrm>
        </p:grpSpPr>
        <p:grpSp>
          <p:nvGrpSpPr>
            <p:cNvPr id="1469" name="Google Shape;1534;p39"/>
            <p:cNvGrpSpPr/>
            <p:nvPr/>
          </p:nvGrpSpPr>
          <p:grpSpPr>
            <a:xfrm>
              <a:off x="360" y="4132440"/>
              <a:ext cx="2307960" cy="1140480"/>
              <a:chOff x="360" y="4132440"/>
              <a:chExt cx="2307960" cy="1140480"/>
            </a:xfrm>
          </p:grpSpPr>
          <p:sp>
            <p:nvSpPr>
              <p:cNvPr id="1470"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1"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72" name="Google Shape;1537;p39"/>
            <p:cNvGrpSpPr/>
            <p:nvPr/>
          </p:nvGrpSpPr>
          <p:grpSpPr>
            <a:xfrm>
              <a:off x="-123840" y="4386240"/>
              <a:ext cx="4558680" cy="133920"/>
              <a:chOff x="-123840" y="4386240"/>
              <a:chExt cx="4558680" cy="133920"/>
            </a:xfrm>
          </p:grpSpPr>
          <p:sp>
            <p:nvSpPr>
              <p:cNvPr id="1473"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74" name="Google Shape;1539;p39"/>
              <p:cNvCxnSpPr/>
              <p:nvPr/>
            </p:nvCxnSpPr>
            <p:spPr>
              <a:xfrm>
                <a:off x="-123840" y="4453200"/>
                <a:ext cx="4462920" cy="360"/>
              </a:xfrm>
              <a:prstGeom prst="straightConnector1">
                <a:avLst/>
              </a:prstGeom>
              <a:ln w="9525">
                <a:solidFill>
                  <a:srgbClr val="0C0A9E"/>
                </a:solidFill>
                <a:round/>
              </a:ln>
            </p:spPr>
          </p:cxnSp>
          <p:sp>
            <p:nvSpPr>
              <p:cNvPr id="1475"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Rectangle 1475"/>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02</a:t>
            </a:r>
            <a:endParaRPr lang="en-US" sz="5000" b="0" u="none" strike="noStrike">
              <a:solidFill>
                <a:srgbClr val="000000"/>
              </a:solidFill>
              <a:effectLst/>
              <a:uFillTx/>
              <a:latin typeface="OpenSymbol"/>
            </a:endParaRPr>
          </a:p>
        </p:txBody>
      </p:sp>
      <p:sp>
        <p:nvSpPr>
          <p:cNvPr id="1477" name="Rectangle 1476"/>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20000"/>
          </a:bodyPr>
          <a:lstStyle/>
          <a:p>
            <a:pPr defTabSz="914400">
              <a:lnSpc>
                <a:spcPct val="100000"/>
              </a:lnSpc>
              <a:tabLst>
                <a:tab pos="0" algn="l"/>
              </a:tabLst>
            </a:pPr>
            <a:r>
              <a:rPr lang="en-US" sz="4000" b="1" u="none" strike="noStrike">
                <a:solidFill>
                  <a:schemeClr val="dk2"/>
                </a:solidFill>
                <a:effectLst/>
                <a:uFillTx/>
                <a:latin typeface="IBM Plex Mono"/>
              </a:rPr>
              <a:t>Advanced Features and Evaluation</a:t>
            </a:r>
            <a:endParaRPr lang="en-US" sz="4000" b="0" u="none" strike="noStrike">
              <a:solidFill>
                <a:srgbClr val="000000"/>
              </a:solidFill>
              <a:effectLst/>
              <a:uFillTx/>
              <a:latin typeface="OpenSymbol"/>
            </a:endParaRPr>
          </a:p>
        </p:txBody>
      </p:sp>
      <p:pic>
        <p:nvPicPr>
          <p:cNvPr id="1478" name="image699a02e3f0b5a" descr="image699a02e3f0b60"/>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9" name="Rectangle 147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3000" b="1" u="none" strike="noStrike">
                <a:solidFill>
                  <a:schemeClr val="dk2"/>
                </a:solidFill>
                <a:effectLst/>
                <a:uFillTx/>
                <a:latin typeface="IBM Plex Mono"/>
              </a:rPr>
              <a:t>Notification and Performance Scalability</a:t>
            </a:r>
            <a:endParaRPr lang="en-US" sz="3000" b="0" u="none" strike="noStrike">
              <a:solidFill>
                <a:srgbClr val="000000"/>
              </a:solidFill>
              <a:effectLst/>
              <a:uFillTx/>
              <a:latin typeface="OpenSymbol"/>
            </a:endParaRPr>
          </a:p>
        </p:txBody>
      </p:sp>
      <p:sp>
        <p:nvSpPr>
          <p:cNvPr id="1480" name="Rectangle 147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The notification system uses event triggers that update the notification database and refresh the user interface instantly. The platform architecture supports multi-campus expansion, ensuring scalability and performance reliability through modular backend services and optimized resource management.</a:t>
            </a:r>
            <a:endParaRPr lang="en-US" sz="1200" b="0" u="none" strike="noStrike">
              <a:solidFill>
                <a:srgbClr val="000000"/>
              </a:solidFill>
              <a:effectLst/>
              <a:uFillTx/>
              <a:latin typeface="OpenSymbo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1" name="Rectangle 1480"/>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3000" b="1" u="none" strike="noStrike">
                <a:solidFill>
                  <a:schemeClr val="dk2"/>
                </a:solidFill>
                <a:effectLst/>
                <a:uFillTx/>
                <a:latin typeface="IBM Plex Mono"/>
              </a:rPr>
              <a:t>Risk Assessment and Deployment Strategy</a:t>
            </a:r>
            <a:endParaRPr lang="en-US" sz="3000" b="0" u="none" strike="noStrike">
              <a:solidFill>
                <a:srgbClr val="000000"/>
              </a:solidFill>
              <a:effectLst/>
              <a:uFillTx/>
              <a:latin typeface="OpenSymbol"/>
            </a:endParaRPr>
          </a:p>
        </p:txBody>
      </p:sp>
      <p:sp>
        <p:nvSpPr>
          <p:cNvPr id="1482" name="Rectangle 1481"/>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Poppins"/>
              </a:rPr>
              <a:t>Risk management includes identifying potential issues such as data breaches and system downtime. Mitigation strategies involve robust security protocols, regular backups, and cloud-based deployment with environment separation, ensuring resilient and maintainable system operations.</a:t>
            </a:r>
            <a:endParaRPr lang="en-US" sz="1200" b="0" u="none" strike="noStrike">
              <a:solidFill>
                <a:srgbClr val="000000"/>
              </a:solidFill>
              <a:effectLst/>
              <a:uFillTx/>
              <a:latin typeface="OpenSymbol"/>
            </a:endParaRPr>
          </a:p>
        </p:txBody>
      </p:sp>
      <p:pic>
        <p:nvPicPr>
          <p:cNvPr id="1483" name="image699a02e40c1de" descr="image699a02e40c1e2"/>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a:solidFill>
                  <a:schemeClr val="dk2"/>
                </a:solidFill>
                <a:effectLst/>
                <a:uFillTx/>
                <a:latin typeface="IBM Plex Mono"/>
                <a:ea typeface="IBM Plex Mono"/>
              </a:rPr>
              <a:t>Competitive Positioning and Future Enhancements</a:t>
            </a:r>
            <a:endParaRPr lang="fr-FR" sz="3000" b="0" u="none" strike="noStrike">
              <a:solidFill>
                <a:schemeClr val="dk1"/>
              </a:solidFill>
              <a:effectLst/>
              <a:uFillTx/>
              <a:latin typeface="Arial"/>
            </a:endParaRPr>
          </a:p>
        </p:txBody>
      </p:sp>
      <p:sp>
        <p:nvSpPr>
          <p:cNvPr id="1485" name="PlaceHolder 2"/>
          <p:cNvSpPr>
            <a:spLocks noGrp="1"/>
          </p:cNvSpPr>
          <p:nvPr>
            <p:ph type="subTitle"/>
          </p:nvPr>
        </p:nvSpPr>
        <p:spPr>
          <a:xfrm>
            <a:off x="4876920" y="1790640"/>
            <a:ext cx="3543120" cy="1828440"/>
          </a:xfrm>
          <a:prstGeom prst="rect">
            <a:avLst/>
          </a:prstGeom>
          <a:noFill/>
          <a:ln w="0">
            <a:noFill/>
          </a:ln>
        </p:spPr>
        <p:txBody>
          <a:bodyPr lIns="91440" tIns="91440" rIns="91440" bIns="91440" anchor="t">
            <a:normAutofit fontScale="85000" lnSpcReduction="10000"/>
          </a:bodyPr>
          <a:lstStyle/>
          <a:p>
            <a:pPr indent="0">
              <a:lnSpc>
                <a:spcPct val="150000"/>
              </a:lnSpc>
              <a:buNone/>
              <a:tabLst>
                <a:tab pos="0" algn="l"/>
              </a:tabLst>
            </a:pPr>
            <a:r>
              <a:rPr lang="en-US" sz="1200" b="0" u="none" strike="noStrike">
                <a:solidFill>
                  <a:schemeClr val="dk1"/>
                </a:solidFill>
                <a:effectLst/>
                <a:uFillTx/>
                <a:latin typeface="Poppins"/>
                <a:ea typeface="Poppins"/>
              </a:rPr>
              <a:t>Positioned as an </a:t>
            </a:r>
            <a:r>
              <a:rPr lang="en-US" sz="1200" b="1" u="none" strike="noStrike">
                <a:solidFill>
                  <a:schemeClr val="dk1"/>
                </a:solidFill>
                <a:effectLst/>
                <a:uFillTx/>
                <a:latin typeface="Poppins"/>
                <a:ea typeface="Poppins"/>
              </a:rPr>
              <a:t>Academic Operating System</a:t>
            </a:r>
            <a:r>
              <a:rPr lang="en-US" sz="1200" b="0" u="none" strike="noStrike">
                <a:solidFill>
                  <a:schemeClr val="dk1"/>
                </a:solidFill>
                <a:effectLst/>
                <a:uFillTx/>
                <a:latin typeface="Poppins"/>
                <a:ea typeface="Poppins"/>
              </a:rPr>
              <a:t>, this platform surpasses traditional productivity tools by integrating AI and full-stack engineering. Planned enhancements include a mobile app, advanced AI analytics, performance prediction, and comprehensive campus-wide deployment to extend system capabilities.</a:t>
            </a:r>
            <a:endParaRPr lang="en-US" sz="1200" b="0" u="none" strike="noStrike">
              <a:solidFill>
                <a:srgbClr val="000000"/>
              </a:solidFill>
              <a:effectLst/>
              <a:uFillTx/>
              <a:latin typeface="OpenSymbol"/>
            </a:endParaRPr>
          </a:p>
        </p:txBody>
      </p:sp>
      <p:sp>
        <p:nvSpPr>
          <p:cNvPr id="1486" name="PlaceHolder 3"/>
          <p:cNvSpPr>
            <a:spLocks noGrp="1"/>
          </p:cNvSpPr>
          <p:nvPr>
            <p:ph type="subTitle"/>
          </p:nvPr>
        </p:nvSpPr>
        <p:spPr>
          <a:xfrm>
            <a:off x="723960" y="1790640"/>
            <a:ext cx="3543120" cy="1828440"/>
          </a:xfrm>
          <a:prstGeom prst="rect">
            <a:avLst/>
          </a:prstGeom>
          <a:noFill/>
          <a:ln w="0">
            <a:noFill/>
          </a:ln>
        </p:spPr>
        <p:txBody>
          <a:bodyPr lIns="91440" tIns="91440" rIns="91440" bIns="91440" anchor="t">
            <a:normAutofit fontScale="92500"/>
          </a:bodyPr>
          <a:lstStyle/>
          <a:p>
            <a:pPr indent="0">
              <a:lnSpc>
                <a:spcPct val="150000"/>
              </a:lnSpc>
              <a:buNone/>
              <a:tabLst>
                <a:tab pos="0" algn="l"/>
              </a:tabLst>
            </a:pPr>
            <a:r>
              <a:rPr lang="en-US" sz="1200" b="0" u="none" strike="noStrike">
                <a:solidFill>
                  <a:srgbClr val="000000"/>
                </a:solidFill>
                <a:effectLst/>
                <a:uFillTx/>
                <a:latin typeface="Calibri"/>
                <a:ea typeface="Poppins"/>
              </a:rPr>
              <a:t>Positioned as an </a:t>
            </a:r>
            <a:r>
              <a:rPr lang="en-US" sz="1200" b="1" u="none" strike="noStrike">
                <a:solidFill>
                  <a:srgbClr val="000000"/>
                </a:solidFill>
                <a:effectLst/>
                <a:uFillTx/>
                <a:latin typeface="Calibri"/>
                <a:ea typeface="Poppins"/>
              </a:rPr>
              <a:t>Academic Operating System</a:t>
            </a:r>
            <a:r>
              <a:rPr lang="en-US" sz="1200" b="0" u="none" strike="noStrike">
                <a:solidFill>
                  <a:srgbClr val="000000"/>
                </a:solidFill>
                <a:effectLst/>
                <a:uFillTx/>
                <a:latin typeface="Calibri"/>
                <a:ea typeface="Poppins"/>
              </a:rPr>
              <a:t>, this platform surpasses traditional productivity tools by integrating AI and full-stack engineering. Planned enhancements include a mobile app, advanced AI analytics, performance prediction, and comprehensive campus-wide deployment to extend system capabilities.</a:t>
            </a:r>
            <a:endParaRPr lang="en-US" sz="1200" b="0" u="none" strike="noStrike">
              <a:solidFill>
                <a:srgbClr val="000000"/>
              </a:solidFill>
              <a:effectLst/>
              <a:uFillTx/>
              <a:latin typeface="OpenSymbol"/>
            </a:endParaRPr>
          </a:p>
        </p:txBody>
      </p:sp>
      <p:grpSp>
        <p:nvGrpSpPr>
          <p:cNvPr id="1487" name="Google Shape;1533;p39"/>
          <p:cNvGrpSpPr/>
          <p:nvPr/>
        </p:nvGrpSpPr>
        <p:grpSpPr>
          <a:xfrm>
            <a:off x="-123840" y="4132440"/>
            <a:ext cx="4558680" cy="1140480"/>
            <a:chOff x="-123840" y="4132440"/>
            <a:chExt cx="4558680" cy="1140480"/>
          </a:xfrm>
        </p:grpSpPr>
        <p:grpSp>
          <p:nvGrpSpPr>
            <p:cNvPr id="1488" name="Google Shape;1534;p39"/>
            <p:cNvGrpSpPr/>
            <p:nvPr/>
          </p:nvGrpSpPr>
          <p:grpSpPr>
            <a:xfrm>
              <a:off x="360" y="4132440"/>
              <a:ext cx="2307960" cy="1140480"/>
              <a:chOff x="360" y="4132440"/>
              <a:chExt cx="2307960" cy="1140480"/>
            </a:xfrm>
          </p:grpSpPr>
          <p:sp>
            <p:nvSpPr>
              <p:cNvPr id="1489"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91" name="Google Shape;1537;p39"/>
            <p:cNvGrpSpPr/>
            <p:nvPr/>
          </p:nvGrpSpPr>
          <p:grpSpPr>
            <a:xfrm>
              <a:off x="-123840" y="4386240"/>
              <a:ext cx="4558680" cy="133920"/>
              <a:chOff x="-123840" y="4386240"/>
              <a:chExt cx="4558680" cy="133920"/>
            </a:xfrm>
          </p:grpSpPr>
          <p:sp>
            <p:nvSpPr>
              <p:cNvPr id="1492"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93" name="Google Shape;1539;p39"/>
              <p:cNvCxnSpPr/>
              <p:nvPr/>
            </p:nvCxnSpPr>
            <p:spPr>
              <a:xfrm>
                <a:off x="-123840" y="4453200"/>
                <a:ext cx="4462920" cy="360"/>
              </a:xfrm>
              <a:prstGeom prst="straightConnector1">
                <a:avLst/>
              </a:prstGeom>
              <a:ln w="9525">
                <a:solidFill>
                  <a:srgbClr val="0C0A9E"/>
                </a:solidFill>
                <a:round/>
              </a:ln>
            </p:spPr>
          </p:cxnSp>
          <p:sp>
            <p:nvSpPr>
              <p:cNvPr id="1494"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 name="PlaceHolder 1"/>
          <p:cNvSpPr>
            <a:spLocks noGrp="1"/>
          </p:cNvSpPr>
          <p:nvPr>
            <p:ph type="title"/>
          </p:nvPr>
        </p:nvSpPr>
        <p:spPr>
          <a:xfrm>
            <a:off x="723960" y="49498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1" u="none" strike="noStrike">
                <a:solidFill>
                  <a:schemeClr val="dk2"/>
                </a:solidFill>
                <a:effectLst/>
                <a:uFillTx/>
                <a:latin typeface="IBM Plex Mono"/>
                <a:ea typeface="IBM Plex Mono"/>
              </a:rPr>
              <a:t>Conclusions</a:t>
            </a:r>
            <a:endParaRPr lang="fr-FR" sz="3000" b="0" u="none" strike="noStrike">
              <a:solidFill>
                <a:schemeClr val="dk1"/>
              </a:solidFill>
              <a:effectLst/>
              <a:uFillTx/>
              <a:latin typeface="Arial"/>
            </a:endParaRPr>
          </a:p>
        </p:txBody>
      </p:sp>
      <p:sp>
        <p:nvSpPr>
          <p:cNvPr id="1496" name="PlaceHolder 2"/>
          <p:cNvSpPr>
            <a:spLocks noGrp="1"/>
          </p:cNvSpPr>
          <p:nvPr>
            <p:ph type="subTitle"/>
          </p:nvPr>
        </p:nvSpPr>
        <p:spPr>
          <a:xfrm>
            <a:off x="4876920" y="1790640"/>
            <a:ext cx="3543120" cy="1828440"/>
          </a:xfrm>
          <a:prstGeom prst="rect">
            <a:avLst/>
          </a:prstGeom>
          <a:noFill/>
          <a:ln w="0">
            <a:noFill/>
          </a:ln>
        </p:spPr>
        <p:txBody>
          <a:bodyPr lIns="91440" tIns="91440" rIns="91440" bIns="91440" anchor="t">
            <a:noAutofit/>
          </a:bodyPr>
          <a:lstStyle/>
          <a:p>
            <a:pPr indent="0">
              <a:lnSpc>
                <a:spcPct val="150000"/>
              </a:lnSpc>
              <a:buNone/>
              <a:tabLst>
                <a:tab pos="0" algn="l"/>
              </a:tabLst>
            </a:pPr>
            <a:r>
              <a:rPr lang="en-US" sz="1200" b="1" u="none" strike="noStrike" dirty="0">
                <a:solidFill>
                  <a:schemeClr val="dk1"/>
                </a:solidFill>
                <a:effectLst/>
                <a:uFillTx/>
                <a:latin typeface="Times New Roman" panose="02020603050405020304" pitchFamily="18" charset="0"/>
                <a:ea typeface="Poppins"/>
                <a:cs typeface="Times New Roman" panose="02020603050405020304" pitchFamily="18" charset="0"/>
              </a:rPr>
              <a:t>The Smart Campus Companion showcases deep engineering expertise and innovation in academic productivity technology. Its advanced architecture, AI-driven engines, and secure, scalable design establish it as a next-generation solution, ready for academic evaluation and real-world application. This project sets a new standard for integrated academic systems.</a:t>
            </a:r>
            <a:endParaRPr lang="en-US" sz="1200" b="1"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497" name="PlaceHolder 3"/>
          <p:cNvSpPr>
            <a:spLocks noGrp="1"/>
          </p:cNvSpPr>
          <p:nvPr>
            <p:ph type="subTitle"/>
          </p:nvPr>
        </p:nvSpPr>
        <p:spPr>
          <a:xfrm>
            <a:off x="723960" y="1790640"/>
            <a:ext cx="3543120" cy="1828440"/>
          </a:xfrm>
          <a:prstGeom prst="rect">
            <a:avLst/>
          </a:prstGeom>
          <a:noFill/>
          <a:ln w="0">
            <a:noFill/>
          </a:ln>
        </p:spPr>
        <p:txBody>
          <a:bodyPr lIns="91440" tIns="91440" rIns="91440" bIns="91440" anchor="t">
            <a:normAutofit fontScale="92500" lnSpcReduction="9999"/>
          </a:bodyPr>
          <a:lstStyle/>
          <a:p>
            <a:pPr indent="0">
              <a:lnSpc>
                <a:spcPct val="150000"/>
              </a:lnSpc>
              <a:buNone/>
              <a:tabLst>
                <a:tab pos="0" algn="l"/>
              </a:tabLst>
            </a:pPr>
            <a:r>
              <a:rPr lang="en-US" sz="1200" b="0" u="none" strike="noStrike" dirty="0">
                <a:solidFill>
                  <a:srgbClr val="000000"/>
                </a:solidFill>
                <a:effectLst/>
                <a:uFillTx/>
                <a:latin typeface="Calibri"/>
                <a:ea typeface="Poppins"/>
              </a:rPr>
              <a:t>The </a:t>
            </a:r>
            <a:r>
              <a:rPr lang="en-US" sz="1200" b="0" i="1" u="none" strike="noStrike" dirty="0">
                <a:solidFill>
                  <a:srgbClr val="000000"/>
                </a:solidFill>
                <a:effectLst/>
                <a:uFillTx/>
                <a:latin typeface="Calibri"/>
                <a:ea typeface="Poppins"/>
              </a:rPr>
              <a:t>Smart Campus Companion</a:t>
            </a:r>
            <a:r>
              <a:rPr lang="en-US" sz="1200" b="0" u="none" strike="noStrike" dirty="0">
                <a:solidFill>
                  <a:srgbClr val="000000"/>
                </a:solidFill>
                <a:effectLst/>
                <a:uFillTx/>
                <a:latin typeface="Calibri"/>
                <a:ea typeface="Poppins"/>
              </a:rPr>
              <a:t> showcases deep engineering expertise and innovation in academic productivity technology. Its advanced architecture, AI-driven engines, and secure, scalable design establish it as a next-generation solution, ready for academic evaluation and real-world application. This project sets a new standard for integrated academic systems.</a:t>
            </a:r>
            <a:endParaRPr lang="en-US" sz="1200" b="0" u="none" strike="noStrike" dirty="0">
              <a:solidFill>
                <a:srgbClr val="000000"/>
              </a:solidFill>
              <a:effectLst/>
              <a:uFillTx/>
              <a:latin typeface="OpenSymbol"/>
            </a:endParaRPr>
          </a:p>
        </p:txBody>
      </p:sp>
      <p:grpSp>
        <p:nvGrpSpPr>
          <p:cNvPr id="1498" name="Google Shape;1533;p39"/>
          <p:cNvGrpSpPr/>
          <p:nvPr/>
        </p:nvGrpSpPr>
        <p:grpSpPr>
          <a:xfrm>
            <a:off x="-123840" y="4132440"/>
            <a:ext cx="4558680" cy="1140480"/>
            <a:chOff x="-123840" y="4132440"/>
            <a:chExt cx="4558680" cy="1140480"/>
          </a:xfrm>
        </p:grpSpPr>
        <p:grpSp>
          <p:nvGrpSpPr>
            <p:cNvPr id="1499" name="Google Shape;1534;p39"/>
            <p:cNvGrpSpPr/>
            <p:nvPr/>
          </p:nvGrpSpPr>
          <p:grpSpPr>
            <a:xfrm>
              <a:off x="360" y="4132440"/>
              <a:ext cx="2307960" cy="1140480"/>
              <a:chOff x="360" y="4132440"/>
              <a:chExt cx="2307960" cy="1140480"/>
            </a:xfrm>
          </p:grpSpPr>
          <p:sp>
            <p:nvSpPr>
              <p:cNvPr id="1500"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1"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02" name="Google Shape;1537;p39"/>
            <p:cNvGrpSpPr/>
            <p:nvPr/>
          </p:nvGrpSpPr>
          <p:grpSpPr>
            <a:xfrm>
              <a:off x="-123840" y="4386240"/>
              <a:ext cx="4558680" cy="133920"/>
              <a:chOff x="-123840" y="4386240"/>
              <a:chExt cx="4558680" cy="133920"/>
            </a:xfrm>
          </p:grpSpPr>
          <p:sp>
            <p:nvSpPr>
              <p:cNvPr id="1503"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504" name="Google Shape;1539;p39"/>
              <p:cNvCxnSpPr/>
              <p:nvPr/>
            </p:nvCxnSpPr>
            <p:spPr>
              <a:xfrm>
                <a:off x="-123840" y="4453200"/>
                <a:ext cx="4462920" cy="360"/>
              </a:xfrm>
              <a:prstGeom prst="straightConnector1">
                <a:avLst/>
              </a:prstGeom>
              <a:ln w="9525">
                <a:solidFill>
                  <a:srgbClr val="0C0A9E"/>
                </a:solidFill>
                <a:round/>
              </a:ln>
            </p:spPr>
          </p:cxnSp>
          <p:sp>
            <p:nvSpPr>
              <p:cNvPr id="1505"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2">
            <a:extLst>
              <a:ext uri="{FF2B5EF4-FFF2-40B4-BE49-F238E27FC236}">
                <a16:creationId xmlns:a16="http://schemas.microsoft.com/office/drawing/2014/main" id="{FC26412F-C244-561E-DF94-FBA6C8F2DD47}"/>
              </a:ext>
            </a:extLst>
          </p:cNvPr>
          <p:cNvSpPr>
            <a:spLocks noGrp="1"/>
          </p:cNvSpPr>
          <p:nvPr>
            <p:ph type="title"/>
          </p:nvPr>
        </p:nvSpPr>
        <p:spPr>
          <a:xfrm>
            <a:off x="2485665" y="675974"/>
            <a:ext cx="3818491" cy="1184940"/>
          </a:xfrm>
          <a:prstGeom prst="rect">
            <a:avLst/>
          </a:prstGeom>
          <a:noFill/>
          <a:ln w="0">
            <a:noFill/>
          </a:ln>
        </p:spPr>
        <p:txBody>
          <a:bodyPr wrap="square" lIns="91440" tIns="91440" rIns="91440" bIns="91440" anchor="t">
            <a:spAutoFit/>
          </a:bodyPr>
          <a:lstStyle/>
          <a:p>
            <a:pPr indent="0">
              <a:lnSpc>
                <a:spcPct val="100000"/>
              </a:lnSpc>
              <a:buNone/>
              <a:tabLst>
                <a:tab pos="0" algn="l"/>
              </a:tabLst>
            </a:pPr>
            <a:r>
              <a:rPr lang="en" sz="6500" b="1" u="none" strike="noStrike" dirty="0">
                <a:solidFill>
                  <a:schemeClr val="dk2"/>
                </a:solidFill>
                <a:effectLst/>
                <a:uFillTx/>
                <a:latin typeface="IBM Plex Mono"/>
                <a:ea typeface="IBM Plex Mono"/>
              </a:rPr>
              <a:t>Thank</a:t>
            </a:r>
            <a:r>
              <a:rPr lang="en" sz="6500" b="1" dirty="0">
                <a:solidFill>
                  <a:schemeClr val="dk2"/>
                </a:solidFill>
                <a:latin typeface="IBM Plex Mono"/>
                <a:ea typeface="IBM Plex Mono"/>
              </a:rPr>
              <a:t>s</a:t>
            </a:r>
            <a:r>
              <a:rPr lang="en" sz="6500" b="1" u="none" strike="noStrike" dirty="0">
                <a:solidFill>
                  <a:schemeClr val="dk2"/>
                </a:solidFill>
                <a:effectLst/>
                <a:uFillTx/>
                <a:latin typeface="IBM Plex Mono"/>
                <a:ea typeface="IBM Plex Mono"/>
              </a:rPr>
              <a:t>!</a:t>
            </a:r>
            <a:endParaRPr lang="fr-FR" sz="6500" b="0" u="none" strike="noStrike" dirty="0">
              <a:solidFill>
                <a:schemeClr val="dk1"/>
              </a:solidFill>
              <a:effectLst/>
              <a:uFillTx/>
              <a:latin typeface="Arial"/>
            </a:endParaRPr>
          </a:p>
        </p:txBody>
      </p:sp>
      <p:sp>
        <p:nvSpPr>
          <p:cNvPr id="5" name="TextBox 4">
            <a:extLst>
              <a:ext uri="{FF2B5EF4-FFF2-40B4-BE49-F238E27FC236}">
                <a16:creationId xmlns:a16="http://schemas.microsoft.com/office/drawing/2014/main" id="{3BE9B6A4-1D43-5413-FD72-59F4762F8262}"/>
              </a:ext>
            </a:extLst>
          </p:cNvPr>
          <p:cNvSpPr txBox="1"/>
          <p:nvPr/>
        </p:nvSpPr>
        <p:spPr>
          <a:xfrm>
            <a:off x="1360449" y="2371493"/>
            <a:ext cx="6839414" cy="1754326"/>
          </a:xfrm>
          <a:prstGeom prst="rect">
            <a:avLst/>
          </a:prstGeom>
          <a:noFill/>
        </p:spPr>
        <p:txBody>
          <a:bodyPr wrap="square" rtlCol="0">
            <a:spAutoFit/>
          </a:bodyPr>
          <a:lstStyle/>
          <a:p>
            <a:r>
              <a:rPr lang="en-US" b="1" dirty="0"/>
              <a:t>Team Members :</a:t>
            </a:r>
          </a:p>
          <a:p>
            <a:endParaRPr lang="en-US" dirty="0"/>
          </a:p>
          <a:p>
            <a:pPr marL="342900" indent="-342900">
              <a:buFont typeface="+mj-lt"/>
              <a:buAutoNum type="arabicPeriod"/>
            </a:pPr>
            <a:r>
              <a:rPr lang="en-US" dirty="0" err="1"/>
              <a:t>Y.A.W.D.W.D.B.S.Yatawara</a:t>
            </a:r>
            <a:r>
              <a:rPr lang="en-US" dirty="0"/>
              <a:t> – IT23628854</a:t>
            </a:r>
          </a:p>
          <a:p>
            <a:pPr marL="342900" indent="-342900">
              <a:buFont typeface="+mj-lt"/>
              <a:buAutoNum type="arabicPeriod"/>
            </a:pPr>
            <a:r>
              <a:rPr lang="en-US" dirty="0" err="1"/>
              <a:t>Dulmin</a:t>
            </a:r>
            <a:endParaRPr lang="en-US" dirty="0"/>
          </a:p>
          <a:p>
            <a:pPr marL="342900" indent="-342900">
              <a:buFont typeface="+mj-lt"/>
              <a:buAutoNum type="arabicPeriod"/>
            </a:pPr>
            <a:r>
              <a:rPr lang="en-US" dirty="0"/>
              <a:t>Saliya</a:t>
            </a:r>
          </a:p>
          <a:p>
            <a:pPr marL="342900" indent="-342900">
              <a:buFont typeface="+mj-lt"/>
              <a:buAutoNum type="arabicPeriod"/>
            </a:pPr>
            <a:r>
              <a:rPr lang="en-US" dirty="0"/>
              <a:t>Mithun</a:t>
            </a:r>
          </a:p>
        </p:txBody>
      </p:sp>
    </p:spTree>
    <p:extLst>
      <p:ext uri="{BB962C8B-B14F-4D97-AF65-F5344CB8AC3E}">
        <p14:creationId xmlns:p14="http://schemas.microsoft.com/office/powerpoint/2010/main" val="568035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303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D8140-E69F-B952-54BC-D06C6044D81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324417215"/>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TotalTime>
  <Words>1012</Words>
  <Application>Microsoft Office PowerPoint</Application>
  <PresentationFormat>On-screen Show (16:9)</PresentationFormat>
  <Paragraphs>50</Paragraphs>
  <Slides>22</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22</vt:i4>
      </vt:variant>
    </vt:vector>
  </HeadingPairs>
  <TitlesOfParts>
    <vt:vector size="34" baseType="lpstr">
      <vt:lpstr>Arial</vt:lpstr>
      <vt:lpstr>Calibri</vt:lpstr>
      <vt:lpstr>IBM Plex Mono</vt:lpstr>
      <vt:lpstr>OpenSymbol</vt:lpstr>
      <vt:lpstr>Poppins</vt:lpstr>
      <vt:lpstr>Symbol</vt:lpstr>
      <vt:lpstr>Times New Roman</vt:lpstr>
      <vt:lpstr>Wingdings</vt:lpstr>
      <vt:lpstr>Introduction to Coding Workshop by Slidesgo</vt:lpstr>
      <vt:lpstr>Introduction to Coding Workshop by Slidesgo</vt:lpstr>
      <vt:lpstr>Introduction to Coding Workshop by Slidesgo</vt:lpstr>
      <vt:lpstr>Slidesgo Final Pages</vt:lpstr>
      <vt:lpstr>Smart Campus Companion</vt:lpstr>
      <vt:lpstr>Introduction</vt:lpstr>
      <vt:lpstr>01</vt:lpstr>
      <vt:lpstr>PowerPoint Presentation</vt:lpstr>
      <vt:lpstr>PowerPoint Presentation</vt:lpstr>
      <vt:lpstr>Background: Fragmentation in Academic Tools</vt:lpstr>
      <vt:lpstr>PowerPoint Presentation</vt:lpstr>
      <vt:lpstr>PowerPoint Presentation</vt:lpstr>
      <vt:lpstr>PowerPoint Presentation</vt:lpstr>
      <vt:lpstr>Database Design and NoSQL Justification</vt:lpstr>
      <vt:lpstr>PowerPoint Presentation</vt:lpstr>
      <vt:lpstr>PowerPoint Presentation</vt:lpstr>
      <vt:lpstr>PowerPoint Presentation</vt:lpstr>
      <vt:lpstr>Resource Sharing and Academic Event Management</vt:lpstr>
      <vt:lpstr>PowerPoint Presentation</vt:lpstr>
      <vt:lpstr>PowerPoint Presentation</vt:lpstr>
      <vt:lpstr>PowerPoint Presentation</vt:lpstr>
      <vt:lpstr>Competitive Positioning and Future Enhancements</vt:lpstr>
      <vt:lpstr>Conclusions</vt:lpstr>
      <vt:lpstr>Thanks!</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Damitha Raveesh</cp:lastModifiedBy>
  <cp:revision>1</cp:revision>
  <dcterms:modified xsi:type="dcterms:W3CDTF">2026-02-21T19:23:35Z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2026-02-21T19:09:15Z</dcterms:created>
  <dc:creator>Unknown Creator</dc:creator>
  <dc:description/>
  <dc:language>en-US</dc:language>
  <cp:lastModifiedBy>Unknown Creator</cp:lastModifiedBy>
  <dcterms:modified xsi:type="dcterms:W3CDTF">2026-02-21T19:09:15Z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